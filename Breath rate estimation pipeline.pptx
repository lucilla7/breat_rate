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701F7E-07E5-421E-907E-70DD121C28F3}" type="doc">
      <dgm:prSet loTypeId="urn:microsoft.com/office/officeart/2005/8/layout/hProcess7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6B22B71-AB05-4B78-A4F6-5CDAC589E58D}">
      <dgm:prSet phldrT="[Testo]" phldr="0"/>
      <dgm:spPr/>
      <dgm:t>
        <a:bodyPr/>
        <a:lstStyle/>
        <a:p>
          <a:r>
            <a:rPr lang="it-IT" dirty="0" err="1"/>
            <a:t>Pre</a:t>
          </a:r>
          <a:r>
            <a:rPr lang="it-IT" dirty="0"/>
            <a:t>-processing</a:t>
          </a:r>
        </a:p>
      </dgm:t>
    </dgm:pt>
    <dgm:pt modelId="{18B6B7D1-4299-4589-AA26-C6BC769797AA}" type="parTrans" cxnId="{7D9A1F5B-9F9A-43BB-B264-55EC1A8962B5}">
      <dgm:prSet/>
      <dgm:spPr/>
      <dgm:t>
        <a:bodyPr/>
        <a:lstStyle/>
        <a:p>
          <a:endParaRPr lang="it-IT"/>
        </a:p>
      </dgm:t>
    </dgm:pt>
    <dgm:pt modelId="{D24F8606-4B9E-4D2A-B351-114D84ACD556}" type="sibTrans" cxnId="{7D9A1F5B-9F9A-43BB-B264-55EC1A8962B5}">
      <dgm:prSet/>
      <dgm:spPr/>
      <dgm:t>
        <a:bodyPr/>
        <a:lstStyle/>
        <a:p>
          <a:endParaRPr lang="it-IT"/>
        </a:p>
      </dgm:t>
    </dgm:pt>
    <dgm:pt modelId="{46556222-1D7E-4E29-A7A5-756188C0FC10}">
      <dgm:prSet phldrT="[Testo]"/>
      <dgm:spPr/>
      <dgm:t>
        <a:bodyPr/>
        <a:lstStyle/>
        <a:p>
          <a:r>
            <a:rPr lang="it-IT" dirty="0"/>
            <a:t>Load 2 </a:t>
          </a:r>
          <a:r>
            <a:rPr lang="it-IT" dirty="0" err="1"/>
            <a:t>channels</a:t>
          </a:r>
          <a:r>
            <a:rPr lang="it-IT" dirty="0"/>
            <a:t> from CSV</a:t>
          </a:r>
        </a:p>
      </dgm:t>
    </dgm:pt>
    <dgm:pt modelId="{84883501-35AF-458A-86D2-765F674390F2}" type="parTrans" cxnId="{6A4CED55-33AD-450A-BF09-F3DF9F13FBEB}">
      <dgm:prSet/>
      <dgm:spPr/>
      <dgm:t>
        <a:bodyPr/>
        <a:lstStyle/>
        <a:p>
          <a:endParaRPr lang="it-IT"/>
        </a:p>
      </dgm:t>
    </dgm:pt>
    <dgm:pt modelId="{1B0E7D68-A560-4D8F-A2B0-6EB5BCACFD6B}" type="sibTrans" cxnId="{6A4CED55-33AD-450A-BF09-F3DF9F13FBEB}">
      <dgm:prSet/>
      <dgm:spPr/>
      <dgm:t>
        <a:bodyPr/>
        <a:lstStyle/>
        <a:p>
          <a:endParaRPr lang="it-IT"/>
        </a:p>
      </dgm:t>
    </dgm:pt>
    <dgm:pt modelId="{70EBCEC6-07FA-46A4-97E0-25A26A75A41E}">
      <dgm:prSet phldrT="[Testo]" phldr="0"/>
      <dgm:spPr/>
      <dgm:t>
        <a:bodyPr/>
        <a:lstStyle/>
        <a:p>
          <a:r>
            <a:rPr lang="it-IT" dirty="0"/>
            <a:t>Channel fusion</a:t>
          </a:r>
        </a:p>
      </dgm:t>
    </dgm:pt>
    <dgm:pt modelId="{DE431EF1-8413-4AE6-AB3E-92C2E4C0785E}" type="parTrans" cxnId="{062E5EFA-F18A-4280-8000-31DFAFF71AF4}">
      <dgm:prSet/>
      <dgm:spPr/>
      <dgm:t>
        <a:bodyPr/>
        <a:lstStyle/>
        <a:p>
          <a:endParaRPr lang="it-IT"/>
        </a:p>
      </dgm:t>
    </dgm:pt>
    <dgm:pt modelId="{55D603FA-3094-4E8B-92D0-1EAB8E1FE194}" type="sibTrans" cxnId="{062E5EFA-F18A-4280-8000-31DFAFF71AF4}">
      <dgm:prSet/>
      <dgm:spPr/>
      <dgm:t>
        <a:bodyPr/>
        <a:lstStyle/>
        <a:p>
          <a:endParaRPr lang="it-IT"/>
        </a:p>
      </dgm:t>
    </dgm:pt>
    <dgm:pt modelId="{BBD446C6-706F-44D6-BF07-2761A87CFA54}">
      <dgm:prSet phldrT="[Testo]" phldr="0"/>
      <dgm:spPr/>
      <dgm:t>
        <a:bodyPr/>
        <a:lstStyle/>
        <a:p>
          <a:r>
            <a:rPr lang="it-IT" dirty="0"/>
            <a:t>Via cross-</a:t>
          </a:r>
          <a:r>
            <a:rPr lang="it-IT" dirty="0" err="1"/>
            <a:t>correlation</a:t>
          </a:r>
          <a:r>
            <a:rPr lang="it-IT" dirty="0"/>
            <a:t> </a:t>
          </a:r>
          <a:r>
            <a:rPr lang="it-IT" dirty="0" err="1"/>
            <a:t>analyse</a:t>
          </a:r>
          <a:r>
            <a:rPr lang="it-IT" dirty="0"/>
            <a:t> 2 </a:t>
          </a:r>
          <a:r>
            <a:rPr lang="it-IT" dirty="0" err="1"/>
            <a:t>channels</a:t>
          </a:r>
          <a:endParaRPr lang="it-IT" dirty="0"/>
        </a:p>
      </dgm:t>
    </dgm:pt>
    <dgm:pt modelId="{53EE659D-9072-4FDA-853F-FA15BB9D2B9A}" type="parTrans" cxnId="{7336C2F0-CE37-4B75-B498-780FCB5A5B3C}">
      <dgm:prSet/>
      <dgm:spPr/>
      <dgm:t>
        <a:bodyPr/>
        <a:lstStyle/>
        <a:p>
          <a:endParaRPr lang="it-IT"/>
        </a:p>
      </dgm:t>
    </dgm:pt>
    <dgm:pt modelId="{BBF5D8BD-E5D9-4B87-993A-DA4BFF862E88}" type="sibTrans" cxnId="{7336C2F0-CE37-4B75-B498-780FCB5A5B3C}">
      <dgm:prSet/>
      <dgm:spPr/>
      <dgm:t>
        <a:bodyPr/>
        <a:lstStyle/>
        <a:p>
          <a:endParaRPr lang="it-IT"/>
        </a:p>
      </dgm:t>
    </dgm:pt>
    <dgm:pt modelId="{C77402FE-337B-42B0-8A87-C3F93A3CAF14}">
      <dgm:prSet phldrT="[Testo]" phldr="0"/>
      <dgm:spPr/>
      <dgm:t>
        <a:bodyPr/>
        <a:lstStyle/>
        <a:p>
          <a:r>
            <a:rPr lang="it-IT" dirty="0"/>
            <a:t>Post-processing</a:t>
          </a:r>
        </a:p>
      </dgm:t>
    </dgm:pt>
    <dgm:pt modelId="{96B2505D-4F88-49F0-98A9-93704AA4B5C8}" type="parTrans" cxnId="{889505C4-4E6A-4648-9D13-18AE3607FE2A}">
      <dgm:prSet/>
      <dgm:spPr/>
      <dgm:t>
        <a:bodyPr/>
        <a:lstStyle/>
        <a:p>
          <a:endParaRPr lang="it-IT"/>
        </a:p>
      </dgm:t>
    </dgm:pt>
    <dgm:pt modelId="{F77FCA28-8E72-4F90-A976-1FFE8AC1F0CC}" type="sibTrans" cxnId="{889505C4-4E6A-4648-9D13-18AE3607FE2A}">
      <dgm:prSet/>
      <dgm:spPr/>
      <dgm:t>
        <a:bodyPr/>
        <a:lstStyle/>
        <a:p>
          <a:endParaRPr lang="it-IT"/>
        </a:p>
      </dgm:t>
    </dgm:pt>
    <dgm:pt modelId="{C4088913-F01F-4F08-A375-D6878A540660}">
      <dgm:prSet phldrT="[Testo]" phldr="0"/>
      <dgm:spPr/>
      <dgm:t>
        <a:bodyPr/>
        <a:lstStyle/>
        <a:p>
          <a:r>
            <a:rPr lang="it-IT" dirty="0"/>
            <a:t>Output </a:t>
          </a:r>
          <a:r>
            <a:rPr lang="it-IT" dirty="0" err="1"/>
            <a:t>signal</a:t>
          </a:r>
          <a:r>
            <a:rPr lang="it-IT" dirty="0"/>
            <a:t>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interpolated</a:t>
          </a:r>
          <a:r>
            <a:rPr lang="it-IT" dirty="0"/>
            <a:t> via linear </a:t>
          </a:r>
          <a:r>
            <a:rPr lang="it-IT" dirty="0" err="1"/>
            <a:t>interpolation</a:t>
          </a:r>
          <a:r>
            <a:rPr lang="it-IT" dirty="0"/>
            <a:t> (3-window </a:t>
          </a:r>
          <a:r>
            <a:rPr lang="it-IT" dirty="0" err="1"/>
            <a:t>moving</a:t>
          </a:r>
          <a:r>
            <a:rPr lang="it-IT" dirty="0"/>
            <a:t> </a:t>
          </a:r>
          <a:r>
            <a:rPr lang="it-IT" dirty="0" err="1"/>
            <a:t>average</a:t>
          </a:r>
          <a:r>
            <a:rPr lang="it-IT" dirty="0"/>
            <a:t>)</a:t>
          </a:r>
        </a:p>
        <a:p>
          <a:r>
            <a:rPr lang="it-IT" dirty="0"/>
            <a:t>AI for building code skeleton and for PEP</a:t>
          </a:r>
        </a:p>
      </dgm:t>
    </dgm:pt>
    <dgm:pt modelId="{394FE897-E509-4860-B044-962F9AC610B1}" type="parTrans" cxnId="{F4FFB98E-86EF-40BD-B139-E85D2E564389}">
      <dgm:prSet/>
      <dgm:spPr/>
      <dgm:t>
        <a:bodyPr/>
        <a:lstStyle/>
        <a:p>
          <a:endParaRPr lang="it-IT"/>
        </a:p>
      </dgm:t>
    </dgm:pt>
    <dgm:pt modelId="{2E1ECF98-70A8-436D-A7CB-26AD6A734824}" type="sibTrans" cxnId="{F4FFB98E-86EF-40BD-B139-E85D2E564389}">
      <dgm:prSet/>
      <dgm:spPr/>
      <dgm:t>
        <a:bodyPr/>
        <a:lstStyle/>
        <a:p>
          <a:endParaRPr lang="it-IT"/>
        </a:p>
      </dgm:t>
    </dgm:pt>
    <dgm:pt modelId="{111AC84B-E9DE-495A-BB79-7D448EC3666D}">
      <dgm:prSet/>
      <dgm:spPr/>
      <dgm:t>
        <a:bodyPr/>
        <a:lstStyle/>
        <a:p>
          <a:r>
            <a:rPr lang="it-IT" dirty="0" err="1"/>
            <a:t>Detrend</a:t>
          </a:r>
          <a:r>
            <a:rPr lang="it-IT" dirty="0"/>
            <a:t> to </a:t>
          </a:r>
          <a:r>
            <a:rPr lang="it-IT" dirty="0" err="1"/>
            <a:t>remove</a:t>
          </a:r>
          <a:r>
            <a:rPr lang="it-IT" dirty="0"/>
            <a:t> DC </a:t>
          </a:r>
          <a:r>
            <a:rPr lang="it-IT" dirty="0" err="1"/>
            <a:t>offsets</a:t>
          </a:r>
          <a:endParaRPr lang="it-IT" dirty="0"/>
        </a:p>
      </dgm:t>
    </dgm:pt>
    <dgm:pt modelId="{88A991D9-E812-4409-B5DE-0A80C9A6459B}" type="parTrans" cxnId="{7AFB3CB6-5E28-481D-AC95-B1F4D642BEB3}">
      <dgm:prSet/>
      <dgm:spPr/>
      <dgm:t>
        <a:bodyPr/>
        <a:lstStyle/>
        <a:p>
          <a:endParaRPr lang="it-IT"/>
        </a:p>
      </dgm:t>
    </dgm:pt>
    <dgm:pt modelId="{F059C768-FA81-4AFE-BEBC-FEF50F25402D}" type="sibTrans" cxnId="{7AFB3CB6-5E28-481D-AC95-B1F4D642BEB3}">
      <dgm:prSet/>
      <dgm:spPr/>
      <dgm:t>
        <a:bodyPr/>
        <a:lstStyle/>
        <a:p>
          <a:endParaRPr lang="it-IT"/>
        </a:p>
      </dgm:t>
    </dgm:pt>
    <dgm:pt modelId="{B5CF7DD0-4800-456E-B182-438B7B57B02A}">
      <dgm:prSet/>
      <dgm:spPr/>
      <dgm:t>
        <a:bodyPr/>
        <a:lstStyle/>
        <a:p>
          <a:r>
            <a:rPr lang="it-IT" dirty="0" err="1"/>
            <a:t>Bandpass</a:t>
          </a:r>
          <a:r>
            <a:rPr lang="it-IT" dirty="0"/>
            <a:t> filter – Butterwort</a:t>
          </a:r>
          <a:r>
            <a:rPr lang="it-IT" baseline="0" dirty="0"/>
            <a:t>h 4 </a:t>
          </a:r>
          <a:r>
            <a:rPr lang="it-IT" baseline="0" dirty="0" err="1"/>
            <a:t>order</a:t>
          </a:r>
          <a:r>
            <a:rPr lang="it-IT" baseline="0" dirty="0"/>
            <a:t> [0.13 – 0.45 Hz]</a:t>
          </a:r>
          <a:endParaRPr lang="it-IT" dirty="0"/>
        </a:p>
      </dgm:t>
    </dgm:pt>
    <dgm:pt modelId="{108ACC32-0002-45EC-9806-A00556AECCA4}" type="parTrans" cxnId="{88469137-14E2-4CE0-9EEB-272ECF54ED40}">
      <dgm:prSet/>
      <dgm:spPr/>
      <dgm:t>
        <a:bodyPr/>
        <a:lstStyle/>
        <a:p>
          <a:endParaRPr lang="it-IT"/>
        </a:p>
      </dgm:t>
    </dgm:pt>
    <dgm:pt modelId="{153EF021-34EE-4B8B-A5B7-DA6BFAB8867C}" type="sibTrans" cxnId="{88469137-14E2-4CE0-9EEB-272ECF54ED40}">
      <dgm:prSet/>
      <dgm:spPr/>
      <dgm:t>
        <a:bodyPr/>
        <a:lstStyle/>
        <a:p>
          <a:endParaRPr lang="it-IT"/>
        </a:p>
      </dgm:t>
    </dgm:pt>
    <dgm:pt modelId="{2C5204F9-0F89-4524-B7B1-3ED0642CF9B4}">
      <dgm:prSet/>
      <dgm:spPr/>
      <dgm:t>
        <a:bodyPr/>
        <a:lstStyle/>
        <a:p>
          <a:r>
            <a:rPr lang="it-IT" dirty="0"/>
            <a:t>RR </a:t>
          </a:r>
          <a:r>
            <a:rPr lang="it-IT" dirty="0" err="1"/>
            <a:t>estimation</a:t>
          </a:r>
          <a:endParaRPr lang="it-IT" dirty="0"/>
        </a:p>
      </dgm:t>
    </dgm:pt>
    <dgm:pt modelId="{03DD7AF9-5D97-4226-B89C-977216805B20}" type="parTrans" cxnId="{D20039DB-8D94-4520-B48D-590BD73B86B0}">
      <dgm:prSet/>
      <dgm:spPr/>
      <dgm:t>
        <a:bodyPr/>
        <a:lstStyle/>
        <a:p>
          <a:endParaRPr lang="it-IT"/>
        </a:p>
      </dgm:t>
    </dgm:pt>
    <dgm:pt modelId="{77627964-C9A7-47C8-9415-5BDA589BD91A}" type="sibTrans" cxnId="{D20039DB-8D94-4520-B48D-590BD73B86B0}">
      <dgm:prSet/>
      <dgm:spPr/>
      <dgm:t>
        <a:bodyPr/>
        <a:lstStyle/>
        <a:p>
          <a:endParaRPr lang="it-IT"/>
        </a:p>
      </dgm:t>
    </dgm:pt>
    <dgm:pt modelId="{7DB5E180-D93B-411D-84CE-140C5F5B684C}">
      <dgm:prSet/>
      <dgm:spPr/>
      <dgm:t>
        <a:bodyPr/>
        <a:lstStyle/>
        <a:p>
          <a:r>
            <a:rPr lang="it-IT" dirty="0"/>
            <a:t>Confidence</a:t>
          </a:r>
        </a:p>
      </dgm:t>
    </dgm:pt>
    <dgm:pt modelId="{BD2650EF-BF7D-4B3B-817F-8D65F14CBA37}" type="parTrans" cxnId="{2E2E77F3-25C8-4EF1-8BEE-AF571138B8A6}">
      <dgm:prSet/>
      <dgm:spPr/>
      <dgm:t>
        <a:bodyPr/>
        <a:lstStyle/>
        <a:p>
          <a:endParaRPr lang="it-IT"/>
        </a:p>
      </dgm:t>
    </dgm:pt>
    <dgm:pt modelId="{196497EC-79E7-4C11-A0CF-6C180AAC7333}" type="sibTrans" cxnId="{2E2E77F3-25C8-4EF1-8BEE-AF571138B8A6}">
      <dgm:prSet/>
      <dgm:spPr/>
      <dgm:t>
        <a:bodyPr/>
        <a:lstStyle/>
        <a:p>
          <a:endParaRPr lang="it-IT"/>
        </a:p>
      </dgm:t>
    </dgm:pt>
    <dgm:pt modelId="{24911EF5-3D89-462C-AE81-2E95BDA7D7CA}">
      <dgm:prSet/>
      <dgm:spPr/>
      <dgm:t>
        <a:bodyPr/>
        <a:lstStyle/>
        <a:p>
          <a:r>
            <a:rPr lang="it-IT" dirty="0"/>
            <a:t>CC &gt; 0.7 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it-IT" dirty="0" err="1"/>
            <a:t>average</a:t>
          </a:r>
          <a:endParaRPr lang="it-IT" dirty="0"/>
        </a:p>
      </dgm:t>
    </dgm:pt>
    <dgm:pt modelId="{B8490C07-F6D5-44E2-83FB-343E1E85813B}" type="parTrans" cxnId="{F7E768BA-EE8F-4FD3-9C94-20B287B31E62}">
      <dgm:prSet/>
      <dgm:spPr/>
      <dgm:t>
        <a:bodyPr/>
        <a:lstStyle/>
        <a:p>
          <a:endParaRPr lang="it-IT"/>
        </a:p>
      </dgm:t>
    </dgm:pt>
    <dgm:pt modelId="{DC8A1E0A-F827-4F2A-8421-6DB28F210FF8}" type="sibTrans" cxnId="{F7E768BA-EE8F-4FD3-9C94-20B287B31E62}">
      <dgm:prSet/>
      <dgm:spPr/>
      <dgm:t>
        <a:bodyPr/>
        <a:lstStyle/>
        <a:p>
          <a:endParaRPr lang="it-IT"/>
        </a:p>
      </dgm:t>
    </dgm:pt>
    <dgm:pt modelId="{79CDA887-251E-4CAA-A731-86B8E70D2680}">
      <dgm:prSet/>
      <dgm:spPr/>
      <dgm:t>
        <a:bodyPr/>
        <a:lstStyle/>
        <a:p>
          <a:r>
            <a:rPr lang="it-IT" dirty="0"/>
            <a:t>CC &lt; 0.7 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channel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with the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highest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variance</a:t>
          </a:r>
          <a:endParaRPr lang="it-IT" dirty="0"/>
        </a:p>
      </dgm:t>
    </dgm:pt>
    <dgm:pt modelId="{C12A68AD-0437-4D88-969C-85A277B9268D}" type="parTrans" cxnId="{5BCFDB1B-ADAC-4EB4-9448-D0C99C57B7DD}">
      <dgm:prSet/>
      <dgm:spPr/>
      <dgm:t>
        <a:bodyPr/>
        <a:lstStyle/>
        <a:p>
          <a:endParaRPr lang="it-IT"/>
        </a:p>
      </dgm:t>
    </dgm:pt>
    <dgm:pt modelId="{5B807AE6-A209-4DDA-99D8-81B2B7977A09}" type="sibTrans" cxnId="{5BCFDB1B-ADAC-4EB4-9448-D0C99C57B7DD}">
      <dgm:prSet/>
      <dgm:spPr/>
      <dgm:t>
        <a:bodyPr/>
        <a:lstStyle/>
        <a:p>
          <a:endParaRPr lang="it-IT"/>
        </a:p>
      </dgm:t>
    </dgm:pt>
    <dgm:pt modelId="{27AB63EA-FBEA-4866-9278-D98817A6D7F8}">
      <dgm:prSet/>
      <dgm:spPr/>
      <dgm:t>
        <a:bodyPr/>
        <a:lstStyle/>
        <a:p>
          <a:r>
            <a:rPr lang="it-IT" dirty="0"/>
            <a:t>Quality control and </a:t>
          </a:r>
          <a:r>
            <a:rPr lang="it-IT" dirty="0" err="1"/>
            <a:t>motion</a:t>
          </a:r>
          <a:r>
            <a:rPr lang="it-IT" dirty="0"/>
            <a:t> </a:t>
          </a:r>
          <a:r>
            <a:rPr lang="it-IT" dirty="0" err="1"/>
            <a:t>rejection</a:t>
          </a:r>
          <a:r>
            <a:rPr lang="it-IT" dirty="0"/>
            <a:t>:</a:t>
          </a:r>
        </a:p>
      </dgm:t>
    </dgm:pt>
    <dgm:pt modelId="{09217311-BC0D-4D11-BA40-FEC415FD2B27}" type="parTrans" cxnId="{031B7FB1-2152-48E7-A37A-CB3BBFCB429D}">
      <dgm:prSet/>
      <dgm:spPr/>
      <dgm:t>
        <a:bodyPr/>
        <a:lstStyle/>
        <a:p>
          <a:endParaRPr lang="it-IT"/>
        </a:p>
      </dgm:t>
    </dgm:pt>
    <dgm:pt modelId="{3A1F62DC-6793-49D7-BF61-B7411CA236E1}" type="sibTrans" cxnId="{031B7FB1-2152-48E7-A37A-CB3BBFCB429D}">
      <dgm:prSet/>
      <dgm:spPr/>
      <dgm:t>
        <a:bodyPr/>
        <a:lstStyle/>
        <a:p>
          <a:endParaRPr lang="it-IT"/>
        </a:p>
      </dgm:t>
    </dgm:pt>
    <dgm:pt modelId="{AECF5330-8750-423D-BFF4-C1C5EC5E2C93}">
      <dgm:prSet/>
      <dgm:spPr/>
      <dgm:t>
        <a:bodyPr/>
        <a:lstStyle/>
        <a:p>
          <a:r>
            <a:rPr lang="it-IT" dirty="0" err="1"/>
            <a:t>Spectral</a:t>
          </a:r>
          <a:r>
            <a:rPr lang="it-IT" dirty="0"/>
            <a:t> </a:t>
          </a:r>
          <a:r>
            <a:rPr lang="it-IT" dirty="0" err="1"/>
            <a:t>purity</a:t>
          </a:r>
          <a:r>
            <a:rPr lang="it-IT" dirty="0"/>
            <a:t> checks </a:t>
          </a:r>
          <a:r>
            <a:rPr lang="it-IT" dirty="0" err="1"/>
            <a:t>if</a:t>
          </a:r>
          <a:r>
            <a:rPr lang="it-IT" dirty="0"/>
            <a:t> energy </a:t>
          </a:r>
          <a:r>
            <a:rPr lang="it-IT" dirty="0" err="1"/>
            <a:t>is</a:t>
          </a:r>
          <a:r>
            <a:rPr lang="it-IT" dirty="0"/>
            <a:t> in the </a:t>
          </a:r>
          <a:r>
            <a:rPr lang="it-IT" dirty="0" err="1"/>
            <a:t>breathing</a:t>
          </a:r>
          <a:r>
            <a:rPr lang="it-IT" dirty="0"/>
            <a:t> band</a:t>
          </a:r>
        </a:p>
      </dgm:t>
    </dgm:pt>
    <dgm:pt modelId="{39186F58-3395-475C-851F-9FC1ED2C7423}" type="parTrans" cxnId="{930A4907-A233-4111-88C3-259F02172769}">
      <dgm:prSet/>
      <dgm:spPr/>
      <dgm:t>
        <a:bodyPr/>
        <a:lstStyle/>
        <a:p>
          <a:endParaRPr lang="it-IT"/>
        </a:p>
      </dgm:t>
    </dgm:pt>
    <dgm:pt modelId="{09C12D44-D83B-4467-8016-DEFA2A901535}" type="sibTrans" cxnId="{930A4907-A233-4111-88C3-259F02172769}">
      <dgm:prSet/>
      <dgm:spPr/>
      <dgm:t>
        <a:bodyPr/>
        <a:lstStyle/>
        <a:p>
          <a:endParaRPr lang="it-IT"/>
        </a:p>
      </dgm:t>
    </dgm:pt>
    <dgm:pt modelId="{11FF08DF-26DE-4BE0-9897-E50005181FC0}">
      <dgm:prSet/>
      <dgm:spPr/>
      <dgm:t>
        <a:bodyPr/>
        <a:lstStyle/>
        <a:p>
          <a:r>
            <a:rPr lang="it-IT"/>
            <a:t>Motion detection checks for excessive amplitude</a:t>
          </a:r>
          <a:endParaRPr lang="it-IT" dirty="0"/>
        </a:p>
      </dgm:t>
    </dgm:pt>
    <dgm:pt modelId="{0CEAAE4B-B40F-44CA-A3DE-D4DF0B91BD9B}" type="parTrans" cxnId="{D0537AD3-5104-4B0E-9F5B-8A03C837D2D6}">
      <dgm:prSet/>
      <dgm:spPr/>
      <dgm:t>
        <a:bodyPr/>
        <a:lstStyle/>
        <a:p>
          <a:endParaRPr lang="it-IT"/>
        </a:p>
      </dgm:t>
    </dgm:pt>
    <dgm:pt modelId="{FA321E5D-5942-4B00-88F3-D4F878A28A32}" type="sibTrans" cxnId="{D0537AD3-5104-4B0E-9F5B-8A03C837D2D6}">
      <dgm:prSet/>
      <dgm:spPr/>
      <dgm:t>
        <a:bodyPr/>
        <a:lstStyle/>
        <a:p>
          <a:endParaRPr lang="it-IT"/>
        </a:p>
      </dgm:t>
    </dgm:pt>
    <dgm:pt modelId="{9B10006D-A4D1-4D9F-AC3E-48C48471DE83}">
      <dgm:prSet/>
      <dgm:spPr/>
      <dgm:t>
        <a:bodyPr/>
        <a:lstStyle/>
        <a:p>
          <a:r>
            <a:rPr lang="it-IT" dirty="0" err="1"/>
            <a:t>If</a:t>
          </a:r>
          <a:r>
            <a:rPr lang="it-IT" dirty="0"/>
            <a:t> confidence &lt; 0.3 </a:t>
          </a:r>
          <a:r>
            <a:rPr lang="it-IT" dirty="0" err="1"/>
            <a:t>result</a:t>
          </a:r>
          <a:r>
            <a:rPr lang="it-IT" dirty="0"/>
            <a:t>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discarded</a:t>
          </a:r>
          <a:r>
            <a:rPr lang="it-IT" dirty="0"/>
            <a:t> </a:t>
          </a:r>
        </a:p>
      </dgm:t>
    </dgm:pt>
    <dgm:pt modelId="{512C9E2A-6452-4650-9F26-A2C636153E81}" type="parTrans" cxnId="{8CE98500-3B37-4B67-8743-5A18FF082D1B}">
      <dgm:prSet/>
      <dgm:spPr/>
      <dgm:t>
        <a:bodyPr/>
        <a:lstStyle/>
        <a:p>
          <a:endParaRPr lang="it-IT"/>
        </a:p>
      </dgm:t>
    </dgm:pt>
    <dgm:pt modelId="{2302A8EC-47AB-40FE-941A-9B377E804212}" type="sibTrans" cxnId="{8CE98500-3B37-4B67-8743-5A18FF082D1B}">
      <dgm:prSet/>
      <dgm:spPr/>
      <dgm:t>
        <a:bodyPr/>
        <a:lstStyle/>
        <a:p>
          <a:endParaRPr lang="it-IT"/>
        </a:p>
      </dgm:t>
    </dgm:pt>
    <dgm:pt modelId="{4A24F049-9DC2-4DE2-855D-FB99A7A3398F}">
      <dgm:prSet/>
      <dgm:spPr/>
      <dgm:t>
        <a:bodyPr/>
        <a:lstStyle/>
        <a:p>
          <a:r>
            <a:rPr lang="it-IT" dirty="0"/>
            <a:t>2 </a:t>
          </a:r>
          <a:r>
            <a:rPr lang="it-IT" dirty="0" err="1"/>
            <a:t>methods</a:t>
          </a:r>
          <a:r>
            <a:rPr lang="it-IT" dirty="0"/>
            <a:t>:</a:t>
          </a:r>
        </a:p>
      </dgm:t>
    </dgm:pt>
    <dgm:pt modelId="{52F67A6D-7921-4BB5-B540-4B12B868CF0D}" type="parTrans" cxnId="{7D2EEA28-00D2-4C0D-81CB-0349436A54D1}">
      <dgm:prSet/>
      <dgm:spPr/>
      <dgm:t>
        <a:bodyPr/>
        <a:lstStyle/>
        <a:p>
          <a:endParaRPr lang="it-IT"/>
        </a:p>
      </dgm:t>
    </dgm:pt>
    <dgm:pt modelId="{97837E2C-B8E1-4668-987D-DF6FDB3F0353}" type="sibTrans" cxnId="{7D2EEA28-00D2-4C0D-81CB-0349436A54D1}">
      <dgm:prSet/>
      <dgm:spPr/>
      <dgm:t>
        <a:bodyPr/>
        <a:lstStyle/>
        <a:p>
          <a:endParaRPr lang="it-IT"/>
        </a:p>
      </dgm:t>
    </dgm:pt>
    <dgm:pt modelId="{6FF91DF4-A215-4C59-8026-B8B2EAAC89E7}">
      <dgm:prSet/>
      <dgm:spPr/>
      <dgm:t>
        <a:bodyPr/>
        <a:lstStyle/>
        <a:p>
          <a:r>
            <a:rPr lang="it-IT" dirty="0"/>
            <a:t>Welch: </a:t>
          </a:r>
          <a:r>
            <a:rPr lang="it-IT" dirty="0" err="1"/>
            <a:t>dominant</a:t>
          </a:r>
          <a:r>
            <a:rPr lang="it-IT" dirty="0"/>
            <a:t> </a:t>
          </a:r>
          <a:r>
            <a:rPr lang="it-IT" dirty="0" err="1"/>
            <a:t>peak</a:t>
          </a:r>
          <a:r>
            <a:rPr lang="it-IT" dirty="0"/>
            <a:t> in the power </a:t>
          </a:r>
          <a:r>
            <a:rPr lang="it-IT" dirty="0" err="1"/>
            <a:t>spectrum</a:t>
          </a:r>
          <a:endParaRPr lang="it-IT" dirty="0"/>
        </a:p>
      </dgm:t>
    </dgm:pt>
    <dgm:pt modelId="{22D900C5-A588-4A88-B62F-B54085F5E2B8}" type="parTrans" cxnId="{B99DAF42-54E0-405A-96F0-BECA3CC33487}">
      <dgm:prSet/>
      <dgm:spPr/>
      <dgm:t>
        <a:bodyPr/>
        <a:lstStyle/>
        <a:p>
          <a:endParaRPr lang="it-IT"/>
        </a:p>
      </dgm:t>
    </dgm:pt>
    <dgm:pt modelId="{2AFD328D-0BB2-460C-A23A-FDC2658BF540}" type="sibTrans" cxnId="{B99DAF42-54E0-405A-96F0-BECA3CC33487}">
      <dgm:prSet/>
      <dgm:spPr/>
      <dgm:t>
        <a:bodyPr/>
        <a:lstStyle/>
        <a:p>
          <a:endParaRPr lang="it-IT"/>
        </a:p>
      </dgm:t>
    </dgm:pt>
    <dgm:pt modelId="{C41B34C9-A5E8-4CF2-84B0-860ABEC5F383}">
      <dgm:prSet/>
      <dgm:spPr/>
      <dgm:t>
        <a:bodyPr/>
        <a:lstStyle/>
        <a:p>
          <a:r>
            <a:rPr lang="it-IT" dirty="0" err="1"/>
            <a:t>Autocorrelation</a:t>
          </a:r>
          <a:r>
            <a:rPr lang="it-IT" dirty="0"/>
            <a:t>: </a:t>
          </a:r>
          <a:r>
            <a:rPr lang="it-IT" dirty="0" err="1"/>
            <a:t>dominant</a:t>
          </a:r>
          <a:r>
            <a:rPr lang="it-IT" dirty="0"/>
            <a:t> </a:t>
          </a:r>
          <a:r>
            <a:rPr lang="it-IT" dirty="0" err="1"/>
            <a:t>periodicity</a:t>
          </a:r>
          <a:r>
            <a:rPr lang="it-IT" dirty="0"/>
            <a:t> in the time domain</a:t>
          </a:r>
        </a:p>
      </dgm:t>
    </dgm:pt>
    <dgm:pt modelId="{54973D14-871E-4052-81A9-D9A3D7EDB16F}" type="parTrans" cxnId="{E9C09DC4-B082-4719-9595-24CF2D4BF2D0}">
      <dgm:prSet/>
      <dgm:spPr/>
      <dgm:t>
        <a:bodyPr/>
        <a:lstStyle/>
        <a:p>
          <a:endParaRPr lang="it-IT"/>
        </a:p>
      </dgm:t>
    </dgm:pt>
    <dgm:pt modelId="{2ED06815-9E71-4CD5-BF75-48A084213DCE}" type="sibTrans" cxnId="{E9C09DC4-B082-4719-9595-24CF2D4BF2D0}">
      <dgm:prSet/>
      <dgm:spPr/>
      <dgm:t>
        <a:bodyPr/>
        <a:lstStyle/>
        <a:p>
          <a:endParaRPr lang="it-IT"/>
        </a:p>
      </dgm:t>
    </dgm:pt>
    <dgm:pt modelId="{3B1A5423-7C80-4428-9420-E8FBFFDE81C2}">
      <dgm:prSet/>
      <dgm:spPr/>
      <dgm:t>
        <a:bodyPr/>
        <a:lstStyle/>
        <a:p>
          <a:r>
            <a:rPr lang="it-IT" dirty="0" err="1"/>
            <a:t>Combined</a:t>
          </a:r>
          <a:r>
            <a:rPr lang="it-IT" dirty="0"/>
            <a:t> to </a:t>
          </a:r>
          <a:r>
            <a:rPr lang="it-IT" dirty="0" err="1"/>
            <a:t>ensure</a:t>
          </a:r>
          <a:r>
            <a:rPr lang="it-IT" dirty="0"/>
            <a:t> </a:t>
          </a:r>
          <a:r>
            <a:rPr lang="it-IT" dirty="0" err="1"/>
            <a:t>consistency</a:t>
          </a:r>
          <a:endParaRPr lang="it-IT" dirty="0"/>
        </a:p>
      </dgm:t>
    </dgm:pt>
    <dgm:pt modelId="{7B72A44C-8959-4FBD-AD4E-B54A599E09EF}" type="parTrans" cxnId="{08FA96D6-D1B4-471C-AD37-30818CDF4A5E}">
      <dgm:prSet/>
      <dgm:spPr/>
      <dgm:t>
        <a:bodyPr/>
        <a:lstStyle/>
        <a:p>
          <a:endParaRPr lang="it-IT"/>
        </a:p>
      </dgm:t>
    </dgm:pt>
    <dgm:pt modelId="{1A0C787E-9235-4A3B-BCE5-8050DF2FDC49}" type="sibTrans" cxnId="{08FA96D6-D1B4-471C-AD37-30818CDF4A5E}">
      <dgm:prSet/>
      <dgm:spPr/>
      <dgm:t>
        <a:bodyPr/>
        <a:lstStyle/>
        <a:p>
          <a:endParaRPr lang="it-IT"/>
        </a:p>
      </dgm:t>
    </dgm:pt>
    <dgm:pt modelId="{727CA4FA-299B-4855-BBC7-DE4E5BA01B13}" type="pres">
      <dgm:prSet presAssocID="{4E701F7E-07E5-421E-907E-70DD121C28F3}" presName="Name0" presStyleCnt="0">
        <dgm:presLayoutVars>
          <dgm:dir/>
          <dgm:animLvl val="lvl"/>
          <dgm:resizeHandles val="exact"/>
        </dgm:presLayoutVars>
      </dgm:prSet>
      <dgm:spPr/>
    </dgm:pt>
    <dgm:pt modelId="{B6AE4A0F-4502-4045-8FBD-9E464BCBDC18}" type="pres">
      <dgm:prSet presAssocID="{86B22B71-AB05-4B78-A4F6-5CDAC589E58D}" presName="compositeNode" presStyleCnt="0">
        <dgm:presLayoutVars>
          <dgm:bulletEnabled val="1"/>
        </dgm:presLayoutVars>
      </dgm:prSet>
      <dgm:spPr/>
    </dgm:pt>
    <dgm:pt modelId="{716E75F7-804B-4FD3-952F-0DE88BC74A6F}" type="pres">
      <dgm:prSet presAssocID="{86B22B71-AB05-4B78-A4F6-5CDAC589E58D}" presName="bgRect" presStyleLbl="node1" presStyleIdx="0" presStyleCnt="5"/>
      <dgm:spPr/>
    </dgm:pt>
    <dgm:pt modelId="{82A7AEE8-0723-4DB2-A098-087E6AB09776}" type="pres">
      <dgm:prSet presAssocID="{86B22B71-AB05-4B78-A4F6-5CDAC589E58D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9A89A3AD-F6A3-4226-AFD5-148B8D338AAF}" type="pres">
      <dgm:prSet presAssocID="{86B22B71-AB05-4B78-A4F6-5CDAC589E58D}" presName="childNode" presStyleLbl="node1" presStyleIdx="0" presStyleCnt="5">
        <dgm:presLayoutVars>
          <dgm:bulletEnabled val="1"/>
        </dgm:presLayoutVars>
      </dgm:prSet>
      <dgm:spPr/>
    </dgm:pt>
    <dgm:pt modelId="{23E5242A-CCD1-41AB-AC1B-905B51A72E76}" type="pres">
      <dgm:prSet presAssocID="{D24F8606-4B9E-4D2A-B351-114D84ACD556}" presName="hSp" presStyleCnt="0"/>
      <dgm:spPr/>
    </dgm:pt>
    <dgm:pt modelId="{5FA9F39A-0B73-4C69-A89A-7798A1955500}" type="pres">
      <dgm:prSet presAssocID="{D24F8606-4B9E-4D2A-B351-114D84ACD556}" presName="vProcSp" presStyleCnt="0"/>
      <dgm:spPr/>
    </dgm:pt>
    <dgm:pt modelId="{98C4432D-266D-4498-AED2-043D3BCF1F12}" type="pres">
      <dgm:prSet presAssocID="{D24F8606-4B9E-4D2A-B351-114D84ACD556}" presName="vSp1" presStyleCnt="0"/>
      <dgm:spPr/>
    </dgm:pt>
    <dgm:pt modelId="{736544E5-B9C7-4F98-BC13-E34348FC0585}" type="pres">
      <dgm:prSet presAssocID="{D24F8606-4B9E-4D2A-B351-114D84ACD556}" presName="simulatedConn" presStyleLbl="solidFgAcc1" presStyleIdx="0" presStyleCnt="4"/>
      <dgm:spPr/>
    </dgm:pt>
    <dgm:pt modelId="{247BF88C-30BA-40D3-A8C4-842A7B214CCC}" type="pres">
      <dgm:prSet presAssocID="{D24F8606-4B9E-4D2A-B351-114D84ACD556}" presName="vSp2" presStyleCnt="0"/>
      <dgm:spPr/>
    </dgm:pt>
    <dgm:pt modelId="{66709F7E-1DFD-440A-963C-F3E35978FFD7}" type="pres">
      <dgm:prSet presAssocID="{D24F8606-4B9E-4D2A-B351-114D84ACD556}" presName="sibTrans" presStyleCnt="0"/>
      <dgm:spPr/>
    </dgm:pt>
    <dgm:pt modelId="{160A7956-EAE1-4913-B8AF-1D0DC6ACB13C}" type="pres">
      <dgm:prSet presAssocID="{70EBCEC6-07FA-46A4-97E0-25A26A75A41E}" presName="compositeNode" presStyleCnt="0">
        <dgm:presLayoutVars>
          <dgm:bulletEnabled val="1"/>
        </dgm:presLayoutVars>
      </dgm:prSet>
      <dgm:spPr/>
    </dgm:pt>
    <dgm:pt modelId="{CC638007-ABDA-4D81-ABDF-4CA13F1601F6}" type="pres">
      <dgm:prSet presAssocID="{70EBCEC6-07FA-46A4-97E0-25A26A75A41E}" presName="bgRect" presStyleLbl="node1" presStyleIdx="1" presStyleCnt="5"/>
      <dgm:spPr/>
    </dgm:pt>
    <dgm:pt modelId="{DFD2BA80-2CB4-4BF7-844E-532384373AC1}" type="pres">
      <dgm:prSet presAssocID="{70EBCEC6-07FA-46A4-97E0-25A26A75A41E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FD3F70C6-C510-43F9-B2EA-9FCA7EA90F0F}" type="pres">
      <dgm:prSet presAssocID="{70EBCEC6-07FA-46A4-97E0-25A26A75A41E}" presName="childNode" presStyleLbl="node1" presStyleIdx="1" presStyleCnt="5">
        <dgm:presLayoutVars>
          <dgm:bulletEnabled val="1"/>
        </dgm:presLayoutVars>
      </dgm:prSet>
      <dgm:spPr/>
    </dgm:pt>
    <dgm:pt modelId="{E956E640-7F35-49D5-9701-98A9D559DED9}" type="pres">
      <dgm:prSet presAssocID="{55D603FA-3094-4E8B-92D0-1EAB8E1FE194}" presName="hSp" presStyleCnt="0"/>
      <dgm:spPr/>
    </dgm:pt>
    <dgm:pt modelId="{B4F1155F-E01C-488F-92D5-4CD7CF5CB29C}" type="pres">
      <dgm:prSet presAssocID="{55D603FA-3094-4E8B-92D0-1EAB8E1FE194}" presName="vProcSp" presStyleCnt="0"/>
      <dgm:spPr/>
    </dgm:pt>
    <dgm:pt modelId="{6B71887F-B017-4F82-AC98-296CE70BD688}" type="pres">
      <dgm:prSet presAssocID="{55D603FA-3094-4E8B-92D0-1EAB8E1FE194}" presName="vSp1" presStyleCnt="0"/>
      <dgm:spPr/>
    </dgm:pt>
    <dgm:pt modelId="{E9D9FE4F-3D57-4A6F-9961-056C66F696C5}" type="pres">
      <dgm:prSet presAssocID="{55D603FA-3094-4E8B-92D0-1EAB8E1FE194}" presName="simulatedConn" presStyleLbl="solidFgAcc1" presStyleIdx="1" presStyleCnt="4"/>
      <dgm:spPr/>
    </dgm:pt>
    <dgm:pt modelId="{286C54E8-5204-4BDD-9FEF-42B0BEC76F48}" type="pres">
      <dgm:prSet presAssocID="{55D603FA-3094-4E8B-92D0-1EAB8E1FE194}" presName="vSp2" presStyleCnt="0"/>
      <dgm:spPr/>
    </dgm:pt>
    <dgm:pt modelId="{1B2493CC-6BEC-4DED-B210-7C107EA77001}" type="pres">
      <dgm:prSet presAssocID="{55D603FA-3094-4E8B-92D0-1EAB8E1FE194}" presName="sibTrans" presStyleCnt="0"/>
      <dgm:spPr/>
    </dgm:pt>
    <dgm:pt modelId="{995439B9-F0E6-4881-8A54-4D517C3D9465}" type="pres">
      <dgm:prSet presAssocID="{2C5204F9-0F89-4524-B7B1-3ED0642CF9B4}" presName="compositeNode" presStyleCnt="0">
        <dgm:presLayoutVars>
          <dgm:bulletEnabled val="1"/>
        </dgm:presLayoutVars>
      </dgm:prSet>
      <dgm:spPr/>
    </dgm:pt>
    <dgm:pt modelId="{2F8C371B-3597-48DF-89DF-3D6B708309F7}" type="pres">
      <dgm:prSet presAssocID="{2C5204F9-0F89-4524-B7B1-3ED0642CF9B4}" presName="bgRect" presStyleLbl="node1" presStyleIdx="2" presStyleCnt="5"/>
      <dgm:spPr/>
    </dgm:pt>
    <dgm:pt modelId="{C7CC0CE3-615B-4FF9-8833-6A83323F5ADA}" type="pres">
      <dgm:prSet presAssocID="{2C5204F9-0F89-4524-B7B1-3ED0642CF9B4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02D38A62-2781-4F9B-BE76-2D173E76556B}" type="pres">
      <dgm:prSet presAssocID="{2C5204F9-0F89-4524-B7B1-3ED0642CF9B4}" presName="childNode" presStyleLbl="node1" presStyleIdx="2" presStyleCnt="5">
        <dgm:presLayoutVars>
          <dgm:bulletEnabled val="1"/>
        </dgm:presLayoutVars>
      </dgm:prSet>
      <dgm:spPr/>
    </dgm:pt>
    <dgm:pt modelId="{0077B667-5450-431C-AB31-79EA8FA9381F}" type="pres">
      <dgm:prSet presAssocID="{77627964-C9A7-47C8-9415-5BDA589BD91A}" presName="hSp" presStyleCnt="0"/>
      <dgm:spPr/>
    </dgm:pt>
    <dgm:pt modelId="{698A7F6F-69CA-4EC2-ABBD-4E624F7ABB8B}" type="pres">
      <dgm:prSet presAssocID="{77627964-C9A7-47C8-9415-5BDA589BD91A}" presName="vProcSp" presStyleCnt="0"/>
      <dgm:spPr/>
    </dgm:pt>
    <dgm:pt modelId="{7B4A7A40-C515-4EB6-B53F-3774ADACEC1B}" type="pres">
      <dgm:prSet presAssocID="{77627964-C9A7-47C8-9415-5BDA589BD91A}" presName="vSp1" presStyleCnt="0"/>
      <dgm:spPr/>
    </dgm:pt>
    <dgm:pt modelId="{10104A79-2C15-43A2-900D-FB185A0EEF2E}" type="pres">
      <dgm:prSet presAssocID="{77627964-C9A7-47C8-9415-5BDA589BD91A}" presName="simulatedConn" presStyleLbl="solidFgAcc1" presStyleIdx="2" presStyleCnt="4"/>
      <dgm:spPr/>
    </dgm:pt>
    <dgm:pt modelId="{0380191B-5905-433C-A77A-C02D5D3E3AAA}" type="pres">
      <dgm:prSet presAssocID="{77627964-C9A7-47C8-9415-5BDA589BD91A}" presName="vSp2" presStyleCnt="0"/>
      <dgm:spPr/>
    </dgm:pt>
    <dgm:pt modelId="{6558C850-DBE6-437F-BA12-87D6184ACC68}" type="pres">
      <dgm:prSet presAssocID="{77627964-C9A7-47C8-9415-5BDA589BD91A}" presName="sibTrans" presStyleCnt="0"/>
      <dgm:spPr/>
    </dgm:pt>
    <dgm:pt modelId="{5945C930-476D-4A7F-A53B-2BFDE4EC19E7}" type="pres">
      <dgm:prSet presAssocID="{7DB5E180-D93B-411D-84CE-140C5F5B684C}" presName="compositeNode" presStyleCnt="0">
        <dgm:presLayoutVars>
          <dgm:bulletEnabled val="1"/>
        </dgm:presLayoutVars>
      </dgm:prSet>
      <dgm:spPr/>
    </dgm:pt>
    <dgm:pt modelId="{B3CC4291-42A2-489A-A081-2A663D49A0A7}" type="pres">
      <dgm:prSet presAssocID="{7DB5E180-D93B-411D-84CE-140C5F5B684C}" presName="bgRect" presStyleLbl="node1" presStyleIdx="3" presStyleCnt="5"/>
      <dgm:spPr/>
    </dgm:pt>
    <dgm:pt modelId="{1B16DD46-B320-44D2-BEC9-AF31751E5D77}" type="pres">
      <dgm:prSet presAssocID="{7DB5E180-D93B-411D-84CE-140C5F5B684C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980AD301-BE9D-4C42-9F40-216A3738D4BD}" type="pres">
      <dgm:prSet presAssocID="{7DB5E180-D93B-411D-84CE-140C5F5B684C}" presName="childNode" presStyleLbl="node1" presStyleIdx="3" presStyleCnt="5">
        <dgm:presLayoutVars>
          <dgm:bulletEnabled val="1"/>
        </dgm:presLayoutVars>
      </dgm:prSet>
      <dgm:spPr/>
    </dgm:pt>
    <dgm:pt modelId="{FF5B502B-13F9-42B1-B849-1498CDF21719}" type="pres">
      <dgm:prSet presAssocID="{196497EC-79E7-4C11-A0CF-6C180AAC7333}" presName="hSp" presStyleCnt="0"/>
      <dgm:spPr/>
    </dgm:pt>
    <dgm:pt modelId="{74EC28D5-3471-4496-994E-0825506A7811}" type="pres">
      <dgm:prSet presAssocID="{196497EC-79E7-4C11-A0CF-6C180AAC7333}" presName="vProcSp" presStyleCnt="0"/>
      <dgm:spPr/>
    </dgm:pt>
    <dgm:pt modelId="{40D8B67E-8674-48BC-B35B-13532E24B321}" type="pres">
      <dgm:prSet presAssocID="{196497EC-79E7-4C11-A0CF-6C180AAC7333}" presName="vSp1" presStyleCnt="0"/>
      <dgm:spPr/>
    </dgm:pt>
    <dgm:pt modelId="{30093501-6BF1-4EBA-B48D-50B588F81159}" type="pres">
      <dgm:prSet presAssocID="{196497EC-79E7-4C11-A0CF-6C180AAC7333}" presName="simulatedConn" presStyleLbl="solidFgAcc1" presStyleIdx="3" presStyleCnt="4"/>
      <dgm:spPr/>
    </dgm:pt>
    <dgm:pt modelId="{B43081FD-37DC-4190-BFA5-6B5BF85DF1E3}" type="pres">
      <dgm:prSet presAssocID="{196497EC-79E7-4C11-A0CF-6C180AAC7333}" presName="vSp2" presStyleCnt="0"/>
      <dgm:spPr/>
    </dgm:pt>
    <dgm:pt modelId="{DEB58C8D-A283-45A1-9151-414003972E3F}" type="pres">
      <dgm:prSet presAssocID="{196497EC-79E7-4C11-A0CF-6C180AAC7333}" presName="sibTrans" presStyleCnt="0"/>
      <dgm:spPr/>
    </dgm:pt>
    <dgm:pt modelId="{F1F58992-105A-47D4-A61F-FE953B3B3B2C}" type="pres">
      <dgm:prSet presAssocID="{C77402FE-337B-42B0-8A87-C3F93A3CAF14}" presName="compositeNode" presStyleCnt="0">
        <dgm:presLayoutVars>
          <dgm:bulletEnabled val="1"/>
        </dgm:presLayoutVars>
      </dgm:prSet>
      <dgm:spPr/>
    </dgm:pt>
    <dgm:pt modelId="{0D9556AD-453E-4B63-A9E9-EA90DAAF29C5}" type="pres">
      <dgm:prSet presAssocID="{C77402FE-337B-42B0-8A87-C3F93A3CAF14}" presName="bgRect" presStyleLbl="node1" presStyleIdx="4" presStyleCnt="5"/>
      <dgm:spPr/>
    </dgm:pt>
    <dgm:pt modelId="{5713AE03-1843-4501-A652-8690853511BF}" type="pres">
      <dgm:prSet presAssocID="{C77402FE-337B-42B0-8A87-C3F93A3CAF14}" presName="parentNode" presStyleLbl="node1" presStyleIdx="4" presStyleCnt="5">
        <dgm:presLayoutVars>
          <dgm:chMax val="0"/>
          <dgm:bulletEnabled val="1"/>
        </dgm:presLayoutVars>
      </dgm:prSet>
      <dgm:spPr/>
    </dgm:pt>
    <dgm:pt modelId="{165995B8-1952-4025-ACB3-8518471856E1}" type="pres">
      <dgm:prSet presAssocID="{C77402FE-337B-42B0-8A87-C3F93A3CAF14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8CE98500-3B37-4B67-8743-5A18FF082D1B}" srcId="{27AB63EA-FBEA-4866-9278-D98817A6D7F8}" destId="{9B10006D-A4D1-4D9F-AC3E-48C48471DE83}" srcOrd="2" destOrd="0" parTransId="{512C9E2A-6452-4650-9F26-A2C636153E81}" sibTransId="{2302A8EC-47AB-40FE-941A-9B377E804212}"/>
    <dgm:cxn modelId="{5A0A5F01-B681-4483-9F03-C0B430A701BB}" type="presOf" srcId="{86B22B71-AB05-4B78-A4F6-5CDAC589E58D}" destId="{82A7AEE8-0723-4DB2-A098-087E6AB09776}" srcOrd="1" destOrd="0" presId="urn:microsoft.com/office/officeart/2005/8/layout/hProcess7"/>
    <dgm:cxn modelId="{E8588901-C798-4161-8EB5-96A7AC6024F1}" type="presOf" srcId="{4E701F7E-07E5-421E-907E-70DD121C28F3}" destId="{727CA4FA-299B-4855-BBC7-DE4E5BA01B13}" srcOrd="0" destOrd="0" presId="urn:microsoft.com/office/officeart/2005/8/layout/hProcess7"/>
    <dgm:cxn modelId="{930A4907-A233-4111-88C3-259F02172769}" srcId="{27AB63EA-FBEA-4866-9278-D98817A6D7F8}" destId="{AECF5330-8750-423D-BFF4-C1C5EC5E2C93}" srcOrd="0" destOrd="0" parTransId="{39186F58-3395-475C-851F-9FC1ED2C7423}" sibTransId="{09C12D44-D83B-4467-8016-DEFA2A901535}"/>
    <dgm:cxn modelId="{FE817107-C717-4FF7-9549-B738B8ABCD7E}" type="presOf" srcId="{70EBCEC6-07FA-46A4-97E0-25A26A75A41E}" destId="{CC638007-ABDA-4D81-ABDF-4CA13F1601F6}" srcOrd="0" destOrd="0" presId="urn:microsoft.com/office/officeart/2005/8/layout/hProcess7"/>
    <dgm:cxn modelId="{16327519-B730-4F71-BEC9-957172427D09}" type="presOf" srcId="{2C5204F9-0F89-4524-B7B1-3ED0642CF9B4}" destId="{C7CC0CE3-615B-4FF9-8833-6A83323F5ADA}" srcOrd="1" destOrd="0" presId="urn:microsoft.com/office/officeart/2005/8/layout/hProcess7"/>
    <dgm:cxn modelId="{5BCFDB1B-ADAC-4EB4-9448-D0C99C57B7DD}" srcId="{BBD446C6-706F-44D6-BF07-2761A87CFA54}" destId="{79CDA887-251E-4CAA-A731-86B8E70D2680}" srcOrd="1" destOrd="0" parTransId="{C12A68AD-0437-4D88-969C-85A277B9268D}" sibTransId="{5B807AE6-A209-4DDA-99D8-81B2B7977A09}"/>
    <dgm:cxn modelId="{A845B621-BED1-4B86-A936-157269DF2E2E}" type="presOf" srcId="{2C5204F9-0F89-4524-B7B1-3ED0642CF9B4}" destId="{2F8C371B-3597-48DF-89DF-3D6B708309F7}" srcOrd="0" destOrd="0" presId="urn:microsoft.com/office/officeart/2005/8/layout/hProcess7"/>
    <dgm:cxn modelId="{D7B1E424-040A-43FF-9D52-445CCDD9E334}" type="presOf" srcId="{6FF91DF4-A215-4C59-8026-B8B2EAAC89E7}" destId="{02D38A62-2781-4F9B-BE76-2D173E76556B}" srcOrd="0" destOrd="1" presId="urn:microsoft.com/office/officeart/2005/8/layout/hProcess7"/>
    <dgm:cxn modelId="{7D2EEA28-00D2-4C0D-81CB-0349436A54D1}" srcId="{2C5204F9-0F89-4524-B7B1-3ED0642CF9B4}" destId="{4A24F049-9DC2-4DE2-855D-FB99A7A3398F}" srcOrd="0" destOrd="0" parTransId="{52F67A6D-7921-4BB5-B540-4B12B868CF0D}" sibTransId="{97837E2C-B8E1-4668-987D-DF6FDB3F0353}"/>
    <dgm:cxn modelId="{88469137-14E2-4CE0-9EEB-272ECF54ED40}" srcId="{86B22B71-AB05-4B78-A4F6-5CDAC589E58D}" destId="{B5CF7DD0-4800-456E-B182-438B7B57B02A}" srcOrd="2" destOrd="0" parTransId="{108ACC32-0002-45EC-9806-A00556AECCA4}" sibTransId="{153EF021-34EE-4B8B-A5B7-DA6BFAB8867C}"/>
    <dgm:cxn modelId="{7D9A1F5B-9F9A-43BB-B264-55EC1A8962B5}" srcId="{4E701F7E-07E5-421E-907E-70DD121C28F3}" destId="{86B22B71-AB05-4B78-A4F6-5CDAC589E58D}" srcOrd="0" destOrd="0" parTransId="{18B6B7D1-4299-4589-AA26-C6BC769797AA}" sibTransId="{D24F8606-4B9E-4D2A-B351-114D84ACD556}"/>
    <dgm:cxn modelId="{B99DAF42-54E0-405A-96F0-BECA3CC33487}" srcId="{4A24F049-9DC2-4DE2-855D-FB99A7A3398F}" destId="{6FF91DF4-A215-4C59-8026-B8B2EAAC89E7}" srcOrd="0" destOrd="0" parTransId="{22D900C5-A588-4A88-B62F-B54085F5E2B8}" sibTransId="{2AFD328D-0BB2-460C-A23A-FDC2658BF540}"/>
    <dgm:cxn modelId="{446D3C4C-5BC6-4E86-A190-3B9963234540}" type="presOf" srcId="{C77402FE-337B-42B0-8A87-C3F93A3CAF14}" destId="{0D9556AD-453E-4B63-A9E9-EA90DAAF29C5}" srcOrd="0" destOrd="0" presId="urn:microsoft.com/office/officeart/2005/8/layout/hProcess7"/>
    <dgm:cxn modelId="{9FAE344D-9B44-4EA6-A7CA-A5E61587A0C9}" type="presOf" srcId="{70EBCEC6-07FA-46A4-97E0-25A26A75A41E}" destId="{DFD2BA80-2CB4-4BF7-844E-532384373AC1}" srcOrd="1" destOrd="0" presId="urn:microsoft.com/office/officeart/2005/8/layout/hProcess7"/>
    <dgm:cxn modelId="{C8CD9C4D-ACED-4DBC-86D0-EFA0C7249053}" type="presOf" srcId="{BBD446C6-706F-44D6-BF07-2761A87CFA54}" destId="{FD3F70C6-C510-43F9-B2EA-9FCA7EA90F0F}" srcOrd="0" destOrd="0" presId="urn:microsoft.com/office/officeart/2005/8/layout/hProcess7"/>
    <dgm:cxn modelId="{DA356153-3A81-443F-BB85-031B5B14B697}" type="presOf" srcId="{C41B34C9-A5E8-4CF2-84B0-860ABEC5F383}" destId="{02D38A62-2781-4F9B-BE76-2D173E76556B}" srcOrd="0" destOrd="2" presId="urn:microsoft.com/office/officeart/2005/8/layout/hProcess7"/>
    <dgm:cxn modelId="{2D99FB74-31A7-4E3A-B604-7B445589D1B0}" type="presOf" srcId="{111AC84B-E9DE-495A-BB79-7D448EC3666D}" destId="{9A89A3AD-F6A3-4226-AFD5-148B8D338AAF}" srcOrd="0" destOrd="1" presId="urn:microsoft.com/office/officeart/2005/8/layout/hProcess7"/>
    <dgm:cxn modelId="{6A4CED55-33AD-450A-BF09-F3DF9F13FBEB}" srcId="{86B22B71-AB05-4B78-A4F6-5CDAC589E58D}" destId="{46556222-1D7E-4E29-A7A5-756188C0FC10}" srcOrd="0" destOrd="0" parTransId="{84883501-35AF-458A-86D2-765F674390F2}" sibTransId="{1B0E7D68-A560-4D8F-A2B0-6EB5BCACFD6B}"/>
    <dgm:cxn modelId="{F4FFB98E-86EF-40BD-B139-E85D2E564389}" srcId="{C77402FE-337B-42B0-8A87-C3F93A3CAF14}" destId="{C4088913-F01F-4F08-A375-D6878A540660}" srcOrd="0" destOrd="0" parTransId="{394FE897-E509-4860-B044-962F9AC610B1}" sibTransId="{2E1ECF98-70A8-436D-A7CB-26AD6A734824}"/>
    <dgm:cxn modelId="{CA33069B-12CB-4740-B2AD-4458A7343EAB}" type="presOf" srcId="{11FF08DF-26DE-4BE0-9897-E50005181FC0}" destId="{980AD301-BE9D-4C42-9F40-216A3738D4BD}" srcOrd="0" destOrd="2" presId="urn:microsoft.com/office/officeart/2005/8/layout/hProcess7"/>
    <dgm:cxn modelId="{A45E109E-FFA3-42DD-B1B2-7A2E9281CFE2}" type="presOf" srcId="{7DB5E180-D93B-411D-84CE-140C5F5B684C}" destId="{1B16DD46-B320-44D2-BEC9-AF31751E5D77}" srcOrd="1" destOrd="0" presId="urn:microsoft.com/office/officeart/2005/8/layout/hProcess7"/>
    <dgm:cxn modelId="{773E86A7-04AC-486E-96BA-88B45A0D1929}" type="presOf" srcId="{79CDA887-251E-4CAA-A731-86B8E70D2680}" destId="{FD3F70C6-C510-43F9-B2EA-9FCA7EA90F0F}" srcOrd="0" destOrd="2" presId="urn:microsoft.com/office/officeart/2005/8/layout/hProcess7"/>
    <dgm:cxn modelId="{7BE09BAA-188B-4580-9EC0-C7E01B9FEE07}" type="presOf" srcId="{24911EF5-3D89-462C-AE81-2E95BDA7D7CA}" destId="{FD3F70C6-C510-43F9-B2EA-9FCA7EA90F0F}" srcOrd="0" destOrd="1" presId="urn:microsoft.com/office/officeart/2005/8/layout/hProcess7"/>
    <dgm:cxn modelId="{162709AC-4CC4-4B5B-B63F-7FD0C8C266F3}" type="presOf" srcId="{7DB5E180-D93B-411D-84CE-140C5F5B684C}" destId="{B3CC4291-42A2-489A-A081-2A663D49A0A7}" srcOrd="0" destOrd="0" presId="urn:microsoft.com/office/officeart/2005/8/layout/hProcess7"/>
    <dgm:cxn modelId="{031B7FB1-2152-48E7-A37A-CB3BBFCB429D}" srcId="{7DB5E180-D93B-411D-84CE-140C5F5B684C}" destId="{27AB63EA-FBEA-4866-9278-D98817A6D7F8}" srcOrd="0" destOrd="0" parTransId="{09217311-BC0D-4D11-BA40-FEC415FD2B27}" sibTransId="{3A1F62DC-6793-49D7-BF61-B7411CA236E1}"/>
    <dgm:cxn modelId="{7AFB3CB6-5E28-481D-AC95-B1F4D642BEB3}" srcId="{86B22B71-AB05-4B78-A4F6-5CDAC589E58D}" destId="{111AC84B-E9DE-495A-BB79-7D448EC3666D}" srcOrd="1" destOrd="0" parTransId="{88A991D9-E812-4409-B5DE-0A80C9A6459B}" sibTransId="{F059C768-FA81-4AFE-BEBC-FEF50F25402D}"/>
    <dgm:cxn modelId="{3206E8B8-B723-4CFC-913E-053352AA2777}" type="presOf" srcId="{86B22B71-AB05-4B78-A4F6-5CDAC589E58D}" destId="{716E75F7-804B-4FD3-952F-0DE88BC74A6F}" srcOrd="0" destOrd="0" presId="urn:microsoft.com/office/officeart/2005/8/layout/hProcess7"/>
    <dgm:cxn modelId="{9DA003B9-1ED9-4518-B2AE-DE0139AD10E1}" type="presOf" srcId="{4A24F049-9DC2-4DE2-855D-FB99A7A3398F}" destId="{02D38A62-2781-4F9B-BE76-2D173E76556B}" srcOrd="0" destOrd="0" presId="urn:microsoft.com/office/officeart/2005/8/layout/hProcess7"/>
    <dgm:cxn modelId="{F7E768BA-EE8F-4FD3-9C94-20B287B31E62}" srcId="{BBD446C6-706F-44D6-BF07-2761A87CFA54}" destId="{24911EF5-3D89-462C-AE81-2E95BDA7D7CA}" srcOrd="0" destOrd="0" parTransId="{B8490C07-F6D5-44E2-83FB-343E1E85813B}" sibTransId="{DC8A1E0A-F827-4F2A-8421-6DB28F210FF8}"/>
    <dgm:cxn modelId="{889505C4-4E6A-4648-9D13-18AE3607FE2A}" srcId="{4E701F7E-07E5-421E-907E-70DD121C28F3}" destId="{C77402FE-337B-42B0-8A87-C3F93A3CAF14}" srcOrd="4" destOrd="0" parTransId="{96B2505D-4F88-49F0-98A9-93704AA4B5C8}" sibTransId="{F77FCA28-8E72-4F90-A976-1FFE8AC1F0CC}"/>
    <dgm:cxn modelId="{E9C09DC4-B082-4719-9595-24CF2D4BF2D0}" srcId="{4A24F049-9DC2-4DE2-855D-FB99A7A3398F}" destId="{C41B34C9-A5E8-4CF2-84B0-860ABEC5F383}" srcOrd="1" destOrd="0" parTransId="{54973D14-871E-4052-81A9-D9A3D7EDB16F}" sibTransId="{2ED06815-9E71-4CD5-BF75-48A084213DCE}"/>
    <dgm:cxn modelId="{A6A248C5-7D98-4831-AD02-6B184FBFAD95}" type="presOf" srcId="{9B10006D-A4D1-4D9F-AC3E-48C48471DE83}" destId="{980AD301-BE9D-4C42-9F40-216A3738D4BD}" srcOrd="0" destOrd="3" presId="urn:microsoft.com/office/officeart/2005/8/layout/hProcess7"/>
    <dgm:cxn modelId="{3B8F3CC7-9876-4D9B-88D2-CF77A523EBD4}" type="presOf" srcId="{3B1A5423-7C80-4428-9420-E8FBFFDE81C2}" destId="{02D38A62-2781-4F9B-BE76-2D173E76556B}" srcOrd="0" destOrd="3" presId="urn:microsoft.com/office/officeart/2005/8/layout/hProcess7"/>
    <dgm:cxn modelId="{D0537AD3-5104-4B0E-9F5B-8A03C837D2D6}" srcId="{27AB63EA-FBEA-4866-9278-D98817A6D7F8}" destId="{11FF08DF-26DE-4BE0-9897-E50005181FC0}" srcOrd="1" destOrd="0" parTransId="{0CEAAE4B-B40F-44CA-A3DE-D4DF0B91BD9B}" sibTransId="{FA321E5D-5942-4B00-88F3-D4F878A28A32}"/>
    <dgm:cxn modelId="{3E0E88D6-B2C3-4D47-A9D8-B04AEB43F9E1}" type="presOf" srcId="{AECF5330-8750-423D-BFF4-C1C5EC5E2C93}" destId="{980AD301-BE9D-4C42-9F40-216A3738D4BD}" srcOrd="0" destOrd="1" presId="urn:microsoft.com/office/officeart/2005/8/layout/hProcess7"/>
    <dgm:cxn modelId="{08FA96D6-D1B4-471C-AD37-30818CDF4A5E}" srcId="{2C5204F9-0F89-4524-B7B1-3ED0642CF9B4}" destId="{3B1A5423-7C80-4428-9420-E8FBFFDE81C2}" srcOrd="1" destOrd="0" parTransId="{7B72A44C-8959-4FBD-AD4E-B54A599E09EF}" sibTransId="{1A0C787E-9235-4A3B-BCE5-8050DF2FDC49}"/>
    <dgm:cxn modelId="{56E2A3DA-30DC-4B01-91A2-187E58F8F1D7}" type="presOf" srcId="{B5CF7DD0-4800-456E-B182-438B7B57B02A}" destId="{9A89A3AD-F6A3-4226-AFD5-148B8D338AAF}" srcOrd="0" destOrd="2" presId="urn:microsoft.com/office/officeart/2005/8/layout/hProcess7"/>
    <dgm:cxn modelId="{D20039DB-8D94-4520-B48D-590BD73B86B0}" srcId="{4E701F7E-07E5-421E-907E-70DD121C28F3}" destId="{2C5204F9-0F89-4524-B7B1-3ED0642CF9B4}" srcOrd="2" destOrd="0" parTransId="{03DD7AF9-5D97-4226-B89C-977216805B20}" sibTransId="{77627964-C9A7-47C8-9415-5BDA589BD91A}"/>
    <dgm:cxn modelId="{83D159E9-F419-4209-A016-2B2288C4C5ED}" type="presOf" srcId="{C4088913-F01F-4F08-A375-D6878A540660}" destId="{165995B8-1952-4025-ACB3-8518471856E1}" srcOrd="0" destOrd="0" presId="urn:microsoft.com/office/officeart/2005/8/layout/hProcess7"/>
    <dgm:cxn modelId="{1E6936EB-9623-44AE-812A-FD911D10AD0F}" type="presOf" srcId="{C77402FE-337B-42B0-8A87-C3F93A3CAF14}" destId="{5713AE03-1843-4501-A652-8690853511BF}" srcOrd="1" destOrd="0" presId="urn:microsoft.com/office/officeart/2005/8/layout/hProcess7"/>
    <dgm:cxn modelId="{7336C2F0-CE37-4B75-B498-780FCB5A5B3C}" srcId="{70EBCEC6-07FA-46A4-97E0-25A26A75A41E}" destId="{BBD446C6-706F-44D6-BF07-2761A87CFA54}" srcOrd="0" destOrd="0" parTransId="{53EE659D-9072-4FDA-853F-FA15BB9D2B9A}" sibTransId="{BBF5D8BD-E5D9-4B87-993A-DA4BFF862E88}"/>
    <dgm:cxn modelId="{2F8468F1-33DD-4454-9F23-9599FD832DFB}" type="presOf" srcId="{46556222-1D7E-4E29-A7A5-756188C0FC10}" destId="{9A89A3AD-F6A3-4226-AFD5-148B8D338AAF}" srcOrd="0" destOrd="0" presId="urn:microsoft.com/office/officeart/2005/8/layout/hProcess7"/>
    <dgm:cxn modelId="{2E2E77F3-25C8-4EF1-8BEE-AF571138B8A6}" srcId="{4E701F7E-07E5-421E-907E-70DD121C28F3}" destId="{7DB5E180-D93B-411D-84CE-140C5F5B684C}" srcOrd="3" destOrd="0" parTransId="{BD2650EF-BF7D-4B3B-817F-8D65F14CBA37}" sibTransId="{196497EC-79E7-4C11-A0CF-6C180AAC7333}"/>
    <dgm:cxn modelId="{967F1CF9-A01B-4038-B763-0ADF48A5D047}" type="presOf" srcId="{27AB63EA-FBEA-4866-9278-D98817A6D7F8}" destId="{980AD301-BE9D-4C42-9F40-216A3738D4BD}" srcOrd="0" destOrd="0" presId="urn:microsoft.com/office/officeart/2005/8/layout/hProcess7"/>
    <dgm:cxn modelId="{062E5EFA-F18A-4280-8000-31DFAFF71AF4}" srcId="{4E701F7E-07E5-421E-907E-70DD121C28F3}" destId="{70EBCEC6-07FA-46A4-97E0-25A26A75A41E}" srcOrd="1" destOrd="0" parTransId="{DE431EF1-8413-4AE6-AB3E-92C2E4C0785E}" sibTransId="{55D603FA-3094-4E8B-92D0-1EAB8E1FE194}"/>
    <dgm:cxn modelId="{C78BB025-87CD-4625-877B-1440660CADC6}" type="presParOf" srcId="{727CA4FA-299B-4855-BBC7-DE4E5BA01B13}" destId="{B6AE4A0F-4502-4045-8FBD-9E464BCBDC18}" srcOrd="0" destOrd="0" presId="urn:microsoft.com/office/officeart/2005/8/layout/hProcess7"/>
    <dgm:cxn modelId="{99D2221C-6B57-4479-B852-D6D5F95EC11E}" type="presParOf" srcId="{B6AE4A0F-4502-4045-8FBD-9E464BCBDC18}" destId="{716E75F7-804B-4FD3-952F-0DE88BC74A6F}" srcOrd="0" destOrd="0" presId="urn:microsoft.com/office/officeart/2005/8/layout/hProcess7"/>
    <dgm:cxn modelId="{5C9478BE-FCA2-4C24-B1C4-E06C3FEE805B}" type="presParOf" srcId="{B6AE4A0F-4502-4045-8FBD-9E464BCBDC18}" destId="{82A7AEE8-0723-4DB2-A098-087E6AB09776}" srcOrd="1" destOrd="0" presId="urn:microsoft.com/office/officeart/2005/8/layout/hProcess7"/>
    <dgm:cxn modelId="{0BE7F1F6-2245-43DE-A4CB-8E4277927C51}" type="presParOf" srcId="{B6AE4A0F-4502-4045-8FBD-9E464BCBDC18}" destId="{9A89A3AD-F6A3-4226-AFD5-148B8D338AAF}" srcOrd="2" destOrd="0" presId="urn:microsoft.com/office/officeart/2005/8/layout/hProcess7"/>
    <dgm:cxn modelId="{5B7D62CA-28C5-4A8A-994E-DE34663ED029}" type="presParOf" srcId="{727CA4FA-299B-4855-BBC7-DE4E5BA01B13}" destId="{23E5242A-CCD1-41AB-AC1B-905B51A72E76}" srcOrd="1" destOrd="0" presId="urn:microsoft.com/office/officeart/2005/8/layout/hProcess7"/>
    <dgm:cxn modelId="{603064E5-286D-4E81-ABAA-097F2F741E70}" type="presParOf" srcId="{727CA4FA-299B-4855-BBC7-DE4E5BA01B13}" destId="{5FA9F39A-0B73-4C69-A89A-7798A1955500}" srcOrd="2" destOrd="0" presId="urn:microsoft.com/office/officeart/2005/8/layout/hProcess7"/>
    <dgm:cxn modelId="{47BBF37F-56DD-4FAD-8AB5-05371C615C2E}" type="presParOf" srcId="{5FA9F39A-0B73-4C69-A89A-7798A1955500}" destId="{98C4432D-266D-4498-AED2-043D3BCF1F12}" srcOrd="0" destOrd="0" presId="urn:microsoft.com/office/officeart/2005/8/layout/hProcess7"/>
    <dgm:cxn modelId="{7FE4ACE5-A1BF-4F75-8577-90010953FBE1}" type="presParOf" srcId="{5FA9F39A-0B73-4C69-A89A-7798A1955500}" destId="{736544E5-B9C7-4F98-BC13-E34348FC0585}" srcOrd="1" destOrd="0" presId="urn:microsoft.com/office/officeart/2005/8/layout/hProcess7"/>
    <dgm:cxn modelId="{51386908-A696-421B-B5A9-9CE213F83E7C}" type="presParOf" srcId="{5FA9F39A-0B73-4C69-A89A-7798A1955500}" destId="{247BF88C-30BA-40D3-A8C4-842A7B214CCC}" srcOrd="2" destOrd="0" presId="urn:microsoft.com/office/officeart/2005/8/layout/hProcess7"/>
    <dgm:cxn modelId="{D628D7DC-C1C2-463E-B998-7882C13061FB}" type="presParOf" srcId="{727CA4FA-299B-4855-BBC7-DE4E5BA01B13}" destId="{66709F7E-1DFD-440A-963C-F3E35978FFD7}" srcOrd="3" destOrd="0" presId="urn:microsoft.com/office/officeart/2005/8/layout/hProcess7"/>
    <dgm:cxn modelId="{6022053D-BFE7-490F-B72E-6687BC963B11}" type="presParOf" srcId="{727CA4FA-299B-4855-BBC7-DE4E5BA01B13}" destId="{160A7956-EAE1-4913-B8AF-1D0DC6ACB13C}" srcOrd="4" destOrd="0" presId="urn:microsoft.com/office/officeart/2005/8/layout/hProcess7"/>
    <dgm:cxn modelId="{A65DC13E-5931-4ABB-BBA2-1FAADE9A14E2}" type="presParOf" srcId="{160A7956-EAE1-4913-B8AF-1D0DC6ACB13C}" destId="{CC638007-ABDA-4D81-ABDF-4CA13F1601F6}" srcOrd="0" destOrd="0" presId="urn:microsoft.com/office/officeart/2005/8/layout/hProcess7"/>
    <dgm:cxn modelId="{23045BAD-5090-4895-A8C3-529EF5E11144}" type="presParOf" srcId="{160A7956-EAE1-4913-B8AF-1D0DC6ACB13C}" destId="{DFD2BA80-2CB4-4BF7-844E-532384373AC1}" srcOrd="1" destOrd="0" presId="urn:microsoft.com/office/officeart/2005/8/layout/hProcess7"/>
    <dgm:cxn modelId="{5DC461D6-0639-4211-81F8-13B66E0FA8FC}" type="presParOf" srcId="{160A7956-EAE1-4913-B8AF-1D0DC6ACB13C}" destId="{FD3F70C6-C510-43F9-B2EA-9FCA7EA90F0F}" srcOrd="2" destOrd="0" presId="urn:microsoft.com/office/officeart/2005/8/layout/hProcess7"/>
    <dgm:cxn modelId="{FE163DBE-8077-42FE-BB81-E8E95BF68DC9}" type="presParOf" srcId="{727CA4FA-299B-4855-BBC7-DE4E5BA01B13}" destId="{E956E640-7F35-49D5-9701-98A9D559DED9}" srcOrd="5" destOrd="0" presId="urn:microsoft.com/office/officeart/2005/8/layout/hProcess7"/>
    <dgm:cxn modelId="{61EDE052-365B-4328-B760-A667904C03A8}" type="presParOf" srcId="{727CA4FA-299B-4855-BBC7-DE4E5BA01B13}" destId="{B4F1155F-E01C-488F-92D5-4CD7CF5CB29C}" srcOrd="6" destOrd="0" presId="urn:microsoft.com/office/officeart/2005/8/layout/hProcess7"/>
    <dgm:cxn modelId="{5129EB2C-3A3A-4607-B6B1-C9440AA1BBD8}" type="presParOf" srcId="{B4F1155F-E01C-488F-92D5-4CD7CF5CB29C}" destId="{6B71887F-B017-4F82-AC98-296CE70BD688}" srcOrd="0" destOrd="0" presId="urn:microsoft.com/office/officeart/2005/8/layout/hProcess7"/>
    <dgm:cxn modelId="{46B23E71-BF41-4025-9A87-CCDF8BDB41DD}" type="presParOf" srcId="{B4F1155F-E01C-488F-92D5-4CD7CF5CB29C}" destId="{E9D9FE4F-3D57-4A6F-9961-056C66F696C5}" srcOrd="1" destOrd="0" presId="urn:microsoft.com/office/officeart/2005/8/layout/hProcess7"/>
    <dgm:cxn modelId="{7E45D23E-D743-461A-9EB5-EC9F26C9FC65}" type="presParOf" srcId="{B4F1155F-E01C-488F-92D5-4CD7CF5CB29C}" destId="{286C54E8-5204-4BDD-9FEF-42B0BEC76F48}" srcOrd="2" destOrd="0" presId="urn:microsoft.com/office/officeart/2005/8/layout/hProcess7"/>
    <dgm:cxn modelId="{0E625A0C-6D54-4CCE-AFC3-7A441E9777C7}" type="presParOf" srcId="{727CA4FA-299B-4855-BBC7-DE4E5BA01B13}" destId="{1B2493CC-6BEC-4DED-B210-7C107EA77001}" srcOrd="7" destOrd="0" presId="urn:microsoft.com/office/officeart/2005/8/layout/hProcess7"/>
    <dgm:cxn modelId="{6BF68FAE-D275-48E5-95AA-0971FC2039A5}" type="presParOf" srcId="{727CA4FA-299B-4855-BBC7-DE4E5BA01B13}" destId="{995439B9-F0E6-4881-8A54-4D517C3D9465}" srcOrd="8" destOrd="0" presId="urn:microsoft.com/office/officeart/2005/8/layout/hProcess7"/>
    <dgm:cxn modelId="{5627903B-EA50-463C-B400-A89C27CD64EA}" type="presParOf" srcId="{995439B9-F0E6-4881-8A54-4D517C3D9465}" destId="{2F8C371B-3597-48DF-89DF-3D6B708309F7}" srcOrd="0" destOrd="0" presId="urn:microsoft.com/office/officeart/2005/8/layout/hProcess7"/>
    <dgm:cxn modelId="{4A230537-F8C6-4A6E-BECA-B71406605C93}" type="presParOf" srcId="{995439B9-F0E6-4881-8A54-4D517C3D9465}" destId="{C7CC0CE3-615B-4FF9-8833-6A83323F5ADA}" srcOrd="1" destOrd="0" presId="urn:microsoft.com/office/officeart/2005/8/layout/hProcess7"/>
    <dgm:cxn modelId="{E3069303-68E8-4EC5-A23C-A53AEB1B608C}" type="presParOf" srcId="{995439B9-F0E6-4881-8A54-4D517C3D9465}" destId="{02D38A62-2781-4F9B-BE76-2D173E76556B}" srcOrd="2" destOrd="0" presId="urn:microsoft.com/office/officeart/2005/8/layout/hProcess7"/>
    <dgm:cxn modelId="{3FCDCF30-9DB9-4FD3-A5C9-975A89F4DEA4}" type="presParOf" srcId="{727CA4FA-299B-4855-BBC7-DE4E5BA01B13}" destId="{0077B667-5450-431C-AB31-79EA8FA9381F}" srcOrd="9" destOrd="0" presId="urn:microsoft.com/office/officeart/2005/8/layout/hProcess7"/>
    <dgm:cxn modelId="{7761EFE4-E5C1-4EDB-99D2-BDB6BCE0D4D1}" type="presParOf" srcId="{727CA4FA-299B-4855-BBC7-DE4E5BA01B13}" destId="{698A7F6F-69CA-4EC2-ABBD-4E624F7ABB8B}" srcOrd="10" destOrd="0" presId="urn:microsoft.com/office/officeart/2005/8/layout/hProcess7"/>
    <dgm:cxn modelId="{25559872-1943-4F40-8E69-B74AEB6F2B69}" type="presParOf" srcId="{698A7F6F-69CA-4EC2-ABBD-4E624F7ABB8B}" destId="{7B4A7A40-C515-4EB6-B53F-3774ADACEC1B}" srcOrd="0" destOrd="0" presId="urn:microsoft.com/office/officeart/2005/8/layout/hProcess7"/>
    <dgm:cxn modelId="{78E78E51-14E7-4BF6-B010-EB535FE11EDE}" type="presParOf" srcId="{698A7F6F-69CA-4EC2-ABBD-4E624F7ABB8B}" destId="{10104A79-2C15-43A2-900D-FB185A0EEF2E}" srcOrd="1" destOrd="0" presId="urn:microsoft.com/office/officeart/2005/8/layout/hProcess7"/>
    <dgm:cxn modelId="{F9FEB773-C0B0-4110-8B44-63696F6C0537}" type="presParOf" srcId="{698A7F6F-69CA-4EC2-ABBD-4E624F7ABB8B}" destId="{0380191B-5905-433C-A77A-C02D5D3E3AAA}" srcOrd="2" destOrd="0" presId="urn:microsoft.com/office/officeart/2005/8/layout/hProcess7"/>
    <dgm:cxn modelId="{6E6674D0-F1B2-4D79-B7FB-C7CF830E74FB}" type="presParOf" srcId="{727CA4FA-299B-4855-BBC7-DE4E5BA01B13}" destId="{6558C850-DBE6-437F-BA12-87D6184ACC68}" srcOrd="11" destOrd="0" presId="urn:microsoft.com/office/officeart/2005/8/layout/hProcess7"/>
    <dgm:cxn modelId="{D2423D58-7461-46C0-9EE5-2937F6EA2FA6}" type="presParOf" srcId="{727CA4FA-299B-4855-BBC7-DE4E5BA01B13}" destId="{5945C930-476D-4A7F-A53B-2BFDE4EC19E7}" srcOrd="12" destOrd="0" presId="urn:microsoft.com/office/officeart/2005/8/layout/hProcess7"/>
    <dgm:cxn modelId="{DCA585EE-80D4-4389-A419-517A12E69FF7}" type="presParOf" srcId="{5945C930-476D-4A7F-A53B-2BFDE4EC19E7}" destId="{B3CC4291-42A2-489A-A081-2A663D49A0A7}" srcOrd="0" destOrd="0" presId="urn:microsoft.com/office/officeart/2005/8/layout/hProcess7"/>
    <dgm:cxn modelId="{ECA52401-75B0-42CA-B2EF-99F6AEA645F5}" type="presParOf" srcId="{5945C930-476D-4A7F-A53B-2BFDE4EC19E7}" destId="{1B16DD46-B320-44D2-BEC9-AF31751E5D77}" srcOrd="1" destOrd="0" presId="urn:microsoft.com/office/officeart/2005/8/layout/hProcess7"/>
    <dgm:cxn modelId="{8FCCC98E-4F73-46B4-82B4-095C22C8BF97}" type="presParOf" srcId="{5945C930-476D-4A7F-A53B-2BFDE4EC19E7}" destId="{980AD301-BE9D-4C42-9F40-216A3738D4BD}" srcOrd="2" destOrd="0" presId="urn:microsoft.com/office/officeart/2005/8/layout/hProcess7"/>
    <dgm:cxn modelId="{78504914-0C46-4022-AB5D-5571A2B03D80}" type="presParOf" srcId="{727CA4FA-299B-4855-BBC7-DE4E5BA01B13}" destId="{FF5B502B-13F9-42B1-B849-1498CDF21719}" srcOrd="13" destOrd="0" presId="urn:microsoft.com/office/officeart/2005/8/layout/hProcess7"/>
    <dgm:cxn modelId="{3647B380-1743-4349-818D-45B4F0EFC5C4}" type="presParOf" srcId="{727CA4FA-299B-4855-BBC7-DE4E5BA01B13}" destId="{74EC28D5-3471-4496-994E-0825506A7811}" srcOrd="14" destOrd="0" presId="urn:microsoft.com/office/officeart/2005/8/layout/hProcess7"/>
    <dgm:cxn modelId="{8E909BD7-A0B9-41DA-8139-442B276DE287}" type="presParOf" srcId="{74EC28D5-3471-4496-994E-0825506A7811}" destId="{40D8B67E-8674-48BC-B35B-13532E24B321}" srcOrd="0" destOrd="0" presId="urn:microsoft.com/office/officeart/2005/8/layout/hProcess7"/>
    <dgm:cxn modelId="{58FC9039-0396-4A7E-A6C3-2F63732A5171}" type="presParOf" srcId="{74EC28D5-3471-4496-994E-0825506A7811}" destId="{30093501-6BF1-4EBA-B48D-50B588F81159}" srcOrd="1" destOrd="0" presId="urn:microsoft.com/office/officeart/2005/8/layout/hProcess7"/>
    <dgm:cxn modelId="{BB5C5C86-D159-449D-A361-91961DB28D52}" type="presParOf" srcId="{74EC28D5-3471-4496-994E-0825506A7811}" destId="{B43081FD-37DC-4190-BFA5-6B5BF85DF1E3}" srcOrd="2" destOrd="0" presId="urn:microsoft.com/office/officeart/2005/8/layout/hProcess7"/>
    <dgm:cxn modelId="{ADB60BB4-E760-419D-981B-24208553FFC4}" type="presParOf" srcId="{727CA4FA-299B-4855-BBC7-DE4E5BA01B13}" destId="{DEB58C8D-A283-45A1-9151-414003972E3F}" srcOrd="15" destOrd="0" presId="urn:microsoft.com/office/officeart/2005/8/layout/hProcess7"/>
    <dgm:cxn modelId="{213EACE5-E2EE-4E16-B3C6-0E20FA238150}" type="presParOf" srcId="{727CA4FA-299B-4855-BBC7-DE4E5BA01B13}" destId="{F1F58992-105A-47D4-A61F-FE953B3B3B2C}" srcOrd="16" destOrd="0" presId="urn:microsoft.com/office/officeart/2005/8/layout/hProcess7"/>
    <dgm:cxn modelId="{87E1E5D6-1EB9-4594-B333-FBDC90BB1CD7}" type="presParOf" srcId="{F1F58992-105A-47D4-A61F-FE953B3B3B2C}" destId="{0D9556AD-453E-4B63-A9E9-EA90DAAF29C5}" srcOrd="0" destOrd="0" presId="urn:microsoft.com/office/officeart/2005/8/layout/hProcess7"/>
    <dgm:cxn modelId="{0A848919-15C2-4785-9C8A-19CE70252907}" type="presParOf" srcId="{F1F58992-105A-47D4-A61F-FE953B3B3B2C}" destId="{5713AE03-1843-4501-A652-8690853511BF}" srcOrd="1" destOrd="0" presId="urn:microsoft.com/office/officeart/2005/8/layout/hProcess7"/>
    <dgm:cxn modelId="{4D2E0F4A-B1FA-4F16-A6E4-4E274C7247AA}" type="presParOf" srcId="{F1F58992-105A-47D4-A61F-FE953B3B3B2C}" destId="{165995B8-1952-4025-ACB3-8518471856E1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E75F7-804B-4FD3-952F-0DE88BC74A6F}">
      <dsp:nvSpPr>
        <dsp:cNvPr id="0" name=""/>
        <dsp:cNvSpPr/>
      </dsp:nvSpPr>
      <dsp:spPr>
        <a:xfrm>
          <a:off x="6665" y="737380"/>
          <a:ext cx="2327034" cy="279244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 err="1"/>
            <a:t>Pre</a:t>
          </a:r>
          <a:r>
            <a:rPr lang="it-IT" sz="2600" kern="1200" dirty="0"/>
            <a:t>-processing</a:t>
          </a:r>
        </a:p>
      </dsp:txBody>
      <dsp:txXfrm rot="16200000">
        <a:off x="-905531" y="1649577"/>
        <a:ext cx="2289801" cy="465406"/>
      </dsp:txXfrm>
    </dsp:sp>
    <dsp:sp modelId="{9A89A3AD-F6A3-4226-AFD5-148B8D338AAF}">
      <dsp:nvSpPr>
        <dsp:cNvPr id="0" name=""/>
        <dsp:cNvSpPr/>
      </dsp:nvSpPr>
      <dsp:spPr>
        <a:xfrm>
          <a:off x="472072" y="737380"/>
          <a:ext cx="1733640" cy="279244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65151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Load 2 </a:t>
          </a:r>
          <a:r>
            <a:rPr lang="it-IT" sz="1900" kern="1200" dirty="0" err="1"/>
            <a:t>channels</a:t>
          </a:r>
          <a:r>
            <a:rPr lang="it-IT" sz="1900" kern="1200" dirty="0"/>
            <a:t> from CSV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Detrend</a:t>
          </a:r>
          <a:r>
            <a:rPr lang="it-IT" sz="1900" kern="1200" dirty="0"/>
            <a:t> to </a:t>
          </a:r>
          <a:r>
            <a:rPr lang="it-IT" sz="1900" kern="1200" dirty="0" err="1"/>
            <a:t>remove</a:t>
          </a:r>
          <a:r>
            <a:rPr lang="it-IT" sz="1900" kern="1200" dirty="0"/>
            <a:t> DC </a:t>
          </a:r>
          <a:r>
            <a:rPr lang="it-IT" sz="1900" kern="1200" dirty="0" err="1"/>
            <a:t>offsets</a:t>
          </a:r>
          <a:endParaRPr lang="it-IT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Bandpass</a:t>
          </a:r>
          <a:r>
            <a:rPr lang="it-IT" sz="1900" kern="1200" dirty="0"/>
            <a:t> filter – Butterwort</a:t>
          </a:r>
          <a:r>
            <a:rPr lang="it-IT" sz="1900" kern="1200" baseline="0" dirty="0"/>
            <a:t>h 4 </a:t>
          </a:r>
          <a:r>
            <a:rPr lang="it-IT" sz="1900" kern="1200" baseline="0" dirty="0" err="1"/>
            <a:t>order</a:t>
          </a:r>
          <a:r>
            <a:rPr lang="it-IT" sz="1900" kern="1200" baseline="0" dirty="0"/>
            <a:t> [0.13 – 0.45 Hz]</a:t>
          </a:r>
          <a:endParaRPr lang="it-IT" sz="1900" kern="1200" dirty="0"/>
        </a:p>
      </dsp:txBody>
      <dsp:txXfrm>
        <a:off x="472072" y="737380"/>
        <a:ext cx="1733640" cy="2792440"/>
      </dsp:txXfrm>
    </dsp:sp>
    <dsp:sp modelId="{CC638007-ABDA-4D81-ABDF-4CA13F1601F6}">
      <dsp:nvSpPr>
        <dsp:cNvPr id="0" name=""/>
        <dsp:cNvSpPr/>
      </dsp:nvSpPr>
      <dsp:spPr>
        <a:xfrm>
          <a:off x="2415145" y="737380"/>
          <a:ext cx="2327034" cy="279244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Channel fusion</a:t>
          </a:r>
        </a:p>
      </dsp:txBody>
      <dsp:txXfrm rot="16200000">
        <a:off x="1502948" y="1649577"/>
        <a:ext cx="2289801" cy="465406"/>
      </dsp:txXfrm>
    </dsp:sp>
    <dsp:sp modelId="{736544E5-B9C7-4F98-BC13-E34348FC0585}">
      <dsp:nvSpPr>
        <dsp:cNvPr id="0" name=""/>
        <dsp:cNvSpPr/>
      </dsp:nvSpPr>
      <dsp:spPr>
        <a:xfrm rot="5400000">
          <a:off x="2221635" y="2956215"/>
          <a:ext cx="410290" cy="349055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FD3F70C6-C510-43F9-B2EA-9FCA7EA90F0F}">
      <dsp:nvSpPr>
        <dsp:cNvPr id="0" name=""/>
        <dsp:cNvSpPr/>
      </dsp:nvSpPr>
      <dsp:spPr>
        <a:xfrm>
          <a:off x="2880552" y="737380"/>
          <a:ext cx="1733640" cy="279244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65151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Via cross-</a:t>
          </a:r>
          <a:r>
            <a:rPr lang="it-IT" sz="1900" kern="1200" dirty="0" err="1"/>
            <a:t>correlation</a:t>
          </a:r>
          <a:r>
            <a:rPr lang="it-IT" sz="1900" kern="1200" dirty="0"/>
            <a:t> </a:t>
          </a:r>
          <a:r>
            <a:rPr lang="it-IT" sz="1900" kern="1200" dirty="0" err="1"/>
            <a:t>analyse</a:t>
          </a:r>
          <a:r>
            <a:rPr lang="it-IT" sz="1900" kern="1200" dirty="0"/>
            <a:t> 2 </a:t>
          </a:r>
          <a:r>
            <a:rPr lang="it-IT" sz="1900" kern="1200" dirty="0" err="1"/>
            <a:t>channels</a:t>
          </a:r>
          <a:endParaRPr lang="it-IT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CC &gt; 0.7 </a:t>
          </a: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it-IT" sz="1500" kern="1200" dirty="0" err="1"/>
            <a:t>average</a:t>
          </a: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CC &lt; 0.7 </a:t>
          </a: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it-IT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channel</a:t>
          </a: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with the </a:t>
          </a:r>
          <a:r>
            <a:rPr lang="it-IT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highest</a:t>
          </a: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variance</a:t>
          </a:r>
          <a:endParaRPr lang="it-IT" sz="1500" kern="1200" dirty="0"/>
        </a:p>
      </dsp:txBody>
      <dsp:txXfrm>
        <a:off x="2880552" y="737380"/>
        <a:ext cx="1733640" cy="2792440"/>
      </dsp:txXfrm>
    </dsp:sp>
    <dsp:sp modelId="{2F8C371B-3597-48DF-89DF-3D6B708309F7}">
      <dsp:nvSpPr>
        <dsp:cNvPr id="0" name=""/>
        <dsp:cNvSpPr/>
      </dsp:nvSpPr>
      <dsp:spPr>
        <a:xfrm>
          <a:off x="4823625" y="737380"/>
          <a:ext cx="2327034" cy="279244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RR </a:t>
          </a:r>
          <a:r>
            <a:rPr lang="it-IT" sz="2600" kern="1200" dirty="0" err="1"/>
            <a:t>estimation</a:t>
          </a:r>
          <a:endParaRPr lang="it-IT" sz="2600" kern="1200" dirty="0"/>
        </a:p>
      </dsp:txBody>
      <dsp:txXfrm rot="16200000">
        <a:off x="3911428" y="1649577"/>
        <a:ext cx="2289801" cy="465406"/>
      </dsp:txXfrm>
    </dsp:sp>
    <dsp:sp modelId="{E9D9FE4F-3D57-4A6F-9961-056C66F696C5}">
      <dsp:nvSpPr>
        <dsp:cNvPr id="0" name=""/>
        <dsp:cNvSpPr/>
      </dsp:nvSpPr>
      <dsp:spPr>
        <a:xfrm rot="5400000">
          <a:off x="4630115" y="2956215"/>
          <a:ext cx="410290" cy="349055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2D38A62-2781-4F9B-BE76-2D173E76556B}">
      <dsp:nvSpPr>
        <dsp:cNvPr id="0" name=""/>
        <dsp:cNvSpPr/>
      </dsp:nvSpPr>
      <dsp:spPr>
        <a:xfrm>
          <a:off x="5289032" y="737380"/>
          <a:ext cx="1733640" cy="279244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65151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2 </a:t>
          </a:r>
          <a:r>
            <a:rPr lang="it-IT" sz="1900" kern="1200" dirty="0" err="1"/>
            <a:t>methods</a:t>
          </a:r>
          <a:r>
            <a:rPr lang="it-IT" sz="1900" kern="1200" dirty="0"/>
            <a:t>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Welch: </a:t>
          </a:r>
          <a:r>
            <a:rPr lang="it-IT" sz="1500" kern="1200" dirty="0" err="1"/>
            <a:t>dominant</a:t>
          </a:r>
          <a:r>
            <a:rPr lang="it-IT" sz="1500" kern="1200" dirty="0"/>
            <a:t> </a:t>
          </a:r>
          <a:r>
            <a:rPr lang="it-IT" sz="1500" kern="1200" dirty="0" err="1"/>
            <a:t>peak</a:t>
          </a:r>
          <a:r>
            <a:rPr lang="it-IT" sz="1500" kern="1200" dirty="0"/>
            <a:t> in the power </a:t>
          </a:r>
          <a:r>
            <a:rPr lang="it-IT" sz="1500" kern="1200" dirty="0" err="1"/>
            <a:t>spectrum</a:t>
          </a: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 err="1"/>
            <a:t>Autocorrelation</a:t>
          </a:r>
          <a:r>
            <a:rPr lang="it-IT" sz="1500" kern="1200" dirty="0"/>
            <a:t>: </a:t>
          </a:r>
          <a:r>
            <a:rPr lang="it-IT" sz="1500" kern="1200" dirty="0" err="1"/>
            <a:t>dominant</a:t>
          </a:r>
          <a:r>
            <a:rPr lang="it-IT" sz="1500" kern="1200" dirty="0"/>
            <a:t> </a:t>
          </a:r>
          <a:r>
            <a:rPr lang="it-IT" sz="1500" kern="1200" dirty="0" err="1"/>
            <a:t>periodicity</a:t>
          </a:r>
          <a:r>
            <a:rPr lang="it-IT" sz="1500" kern="1200" dirty="0"/>
            <a:t> in the time domain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Combined</a:t>
          </a:r>
          <a:r>
            <a:rPr lang="it-IT" sz="1900" kern="1200" dirty="0"/>
            <a:t> to </a:t>
          </a:r>
          <a:r>
            <a:rPr lang="it-IT" sz="1900" kern="1200" dirty="0" err="1"/>
            <a:t>ensure</a:t>
          </a:r>
          <a:r>
            <a:rPr lang="it-IT" sz="1900" kern="1200" dirty="0"/>
            <a:t> </a:t>
          </a:r>
          <a:r>
            <a:rPr lang="it-IT" sz="1900" kern="1200" dirty="0" err="1"/>
            <a:t>consistency</a:t>
          </a:r>
          <a:endParaRPr lang="it-IT" sz="1900" kern="1200" dirty="0"/>
        </a:p>
      </dsp:txBody>
      <dsp:txXfrm>
        <a:off x="5289032" y="737380"/>
        <a:ext cx="1733640" cy="2792440"/>
      </dsp:txXfrm>
    </dsp:sp>
    <dsp:sp modelId="{B3CC4291-42A2-489A-A081-2A663D49A0A7}">
      <dsp:nvSpPr>
        <dsp:cNvPr id="0" name=""/>
        <dsp:cNvSpPr/>
      </dsp:nvSpPr>
      <dsp:spPr>
        <a:xfrm>
          <a:off x="7232106" y="737380"/>
          <a:ext cx="2327034" cy="279244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Confidence</a:t>
          </a:r>
        </a:p>
      </dsp:txBody>
      <dsp:txXfrm rot="16200000">
        <a:off x="6319908" y="1649577"/>
        <a:ext cx="2289801" cy="465406"/>
      </dsp:txXfrm>
    </dsp:sp>
    <dsp:sp modelId="{10104A79-2C15-43A2-900D-FB185A0EEF2E}">
      <dsp:nvSpPr>
        <dsp:cNvPr id="0" name=""/>
        <dsp:cNvSpPr/>
      </dsp:nvSpPr>
      <dsp:spPr>
        <a:xfrm rot="5400000">
          <a:off x="7038595" y="2956215"/>
          <a:ext cx="410290" cy="349055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980AD301-BE9D-4C42-9F40-216A3738D4BD}">
      <dsp:nvSpPr>
        <dsp:cNvPr id="0" name=""/>
        <dsp:cNvSpPr/>
      </dsp:nvSpPr>
      <dsp:spPr>
        <a:xfrm>
          <a:off x="7697513" y="737380"/>
          <a:ext cx="1733640" cy="279244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65151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Quality control and </a:t>
          </a:r>
          <a:r>
            <a:rPr lang="it-IT" sz="1900" kern="1200" dirty="0" err="1"/>
            <a:t>motion</a:t>
          </a:r>
          <a:r>
            <a:rPr lang="it-IT" sz="1900" kern="1200" dirty="0"/>
            <a:t> </a:t>
          </a:r>
          <a:r>
            <a:rPr lang="it-IT" sz="1900" kern="1200" dirty="0" err="1"/>
            <a:t>rejection</a:t>
          </a:r>
          <a:r>
            <a:rPr lang="it-IT" sz="1900" kern="1200" dirty="0"/>
            <a:t>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 err="1"/>
            <a:t>Spectral</a:t>
          </a:r>
          <a:r>
            <a:rPr lang="it-IT" sz="1500" kern="1200" dirty="0"/>
            <a:t> </a:t>
          </a:r>
          <a:r>
            <a:rPr lang="it-IT" sz="1500" kern="1200" dirty="0" err="1"/>
            <a:t>purity</a:t>
          </a:r>
          <a:r>
            <a:rPr lang="it-IT" sz="1500" kern="1200" dirty="0"/>
            <a:t> checks </a:t>
          </a:r>
          <a:r>
            <a:rPr lang="it-IT" sz="1500" kern="1200" dirty="0" err="1"/>
            <a:t>if</a:t>
          </a:r>
          <a:r>
            <a:rPr lang="it-IT" sz="1500" kern="1200" dirty="0"/>
            <a:t> energy </a:t>
          </a:r>
          <a:r>
            <a:rPr lang="it-IT" sz="1500" kern="1200" dirty="0" err="1"/>
            <a:t>is</a:t>
          </a:r>
          <a:r>
            <a:rPr lang="it-IT" sz="1500" kern="1200" dirty="0"/>
            <a:t> in the </a:t>
          </a:r>
          <a:r>
            <a:rPr lang="it-IT" sz="1500" kern="1200" dirty="0" err="1"/>
            <a:t>breathing</a:t>
          </a:r>
          <a:r>
            <a:rPr lang="it-IT" sz="1500" kern="1200" dirty="0"/>
            <a:t> band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Motion detection checks for excessive amplitude</a:t>
          </a: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 err="1"/>
            <a:t>If</a:t>
          </a:r>
          <a:r>
            <a:rPr lang="it-IT" sz="1500" kern="1200" dirty="0"/>
            <a:t> confidence &lt; 0.3 </a:t>
          </a:r>
          <a:r>
            <a:rPr lang="it-IT" sz="1500" kern="1200" dirty="0" err="1"/>
            <a:t>result</a:t>
          </a:r>
          <a:r>
            <a:rPr lang="it-IT" sz="1500" kern="1200" dirty="0"/>
            <a:t> </a:t>
          </a:r>
          <a:r>
            <a:rPr lang="it-IT" sz="1500" kern="1200" dirty="0" err="1"/>
            <a:t>is</a:t>
          </a:r>
          <a:r>
            <a:rPr lang="it-IT" sz="1500" kern="1200" dirty="0"/>
            <a:t> </a:t>
          </a:r>
          <a:r>
            <a:rPr lang="it-IT" sz="1500" kern="1200" dirty="0" err="1"/>
            <a:t>discarded</a:t>
          </a:r>
          <a:r>
            <a:rPr lang="it-IT" sz="1500" kern="1200" dirty="0"/>
            <a:t> </a:t>
          </a:r>
        </a:p>
      </dsp:txBody>
      <dsp:txXfrm>
        <a:off x="7697513" y="737380"/>
        <a:ext cx="1733640" cy="2792440"/>
      </dsp:txXfrm>
    </dsp:sp>
    <dsp:sp modelId="{0D9556AD-453E-4B63-A9E9-EA90DAAF29C5}">
      <dsp:nvSpPr>
        <dsp:cNvPr id="0" name=""/>
        <dsp:cNvSpPr/>
      </dsp:nvSpPr>
      <dsp:spPr>
        <a:xfrm>
          <a:off x="9640586" y="737380"/>
          <a:ext cx="2327034" cy="279244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Post-processing</a:t>
          </a:r>
        </a:p>
      </dsp:txBody>
      <dsp:txXfrm rot="16200000">
        <a:off x="8728389" y="1649577"/>
        <a:ext cx="2289801" cy="465406"/>
      </dsp:txXfrm>
    </dsp:sp>
    <dsp:sp modelId="{30093501-6BF1-4EBA-B48D-50B588F81159}">
      <dsp:nvSpPr>
        <dsp:cNvPr id="0" name=""/>
        <dsp:cNvSpPr/>
      </dsp:nvSpPr>
      <dsp:spPr>
        <a:xfrm rot="5400000">
          <a:off x="9447076" y="2956215"/>
          <a:ext cx="410290" cy="349055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65995B8-1952-4025-ACB3-8518471856E1}">
      <dsp:nvSpPr>
        <dsp:cNvPr id="0" name=""/>
        <dsp:cNvSpPr/>
      </dsp:nvSpPr>
      <dsp:spPr>
        <a:xfrm>
          <a:off x="10105993" y="737380"/>
          <a:ext cx="1733640" cy="279244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65151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Output </a:t>
          </a:r>
          <a:r>
            <a:rPr lang="it-IT" sz="1900" kern="1200" dirty="0" err="1"/>
            <a:t>signal</a:t>
          </a:r>
          <a:r>
            <a:rPr lang="it-IT" sz="1900" kern="1200" dirty="0"/>
            <a:t> </a:t>
          </a:r>
          <a:r>
            <a:rPr lang="it-IT" sz="1900" kern="1200" dirty="0" err="1"/>
            <a:t>is</a:t>
          </a:r>
          <a:r>
            <a:rPr lang="it-IT" sz="1900" kern="1200" dirty="0"/>
            <a:t> </a:t>
          </a:r>
          <a:r>
            <a:rPr lang="it-IT" sz="1900" kern="1200" dirty="0" err="1"/>
            <a:t>interpolated</a:t>
          </a:r>
          <a:r>
            <a:rPr lang="it-IT" sz="1900" kern="1200" dirty="0"/>
            <a:t> via linear </a:t>
          </a:r>
          <a:r>
            <a:rPr lang="it-IT" sz="1900" kern="1200" dirty="0" err="1"/>
            <a:t>interpolation</a:t>
          </a:r>
          <a:r>
            <a:rPr lang="it-IT" sz="1900" kern="1200" dirty="0"/>
            <a:t> (3-window </a:t>
          </a:r>
          <a:r>
            <a:rPr lang="it-IT" sz="1900" kern="1200" dirty="0" err="1"/>
            <a:t>moving</a:t>
          </a:r>
          <a:r>
            <a:rPr lang="it-IT" sz="1900" kern="1200" dirty="0"/>
            <a:t> </a:t>
          </a:r>
          <a:r>
            <a:rPr lang="it-IT" sz="1900" kern="1200" dirty="0" err="1"/>
            <a:t>average</a:t>
          </a:r>
          <a:r>
            <a:rPr lang="it-IT" sz="1900" kern="1200" dirty="0"/>
            <a:t>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AI for building code skeleton and for PEP</a:t>
          </a:r>
        </a:p>
      </dsp:txBody>
      <dsp:txXfrm>
        <a:off x="10105993" y="737380"/>
        <a:ext cx="1733640" cy="2792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582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47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0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100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319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844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041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33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170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37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43A0-4DB9-4872-A3B4-A813CA928ED8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AC294-DBF1-4FC4-AC46-990BBE21B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395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97F8F9-7981-8A9E-87DA-D48A58FF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Breath rate estimation pipeline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1626864F-42FD-E3E9-FEC1-BE8B934C9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920224"/>
              </p:ext>
            </p:extLst>
          </p:nvPr>
        </p:nvGraphicFramePr>
        <p:xfrm>
          <a:off x="108857" y="1393370"/>
          <a:ext cx="11974286" cy="4267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33CE6884-6C6B-4490-D239-52E544959D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514" y="5586352"/>
            <a:ext cx="5953956" cy="866896"/>
          </a:xfrm>
          <a:prstGeom prst="rect">
            <a:avLst/>
          </a:prstGeom>
        </p:spPr>
      </p:pic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FA3D79C1-9CBE-FABF-6EE2-13CC8F38A3AF}"/>
              </a:ext>
            </a:extLst>
          </p:cNvPr>
          <p:cNvSpPr/>
          <p:nvPr/>
        </p:nvSpPr>
        <p:spPr>
          <a:xfrm rot="5400000">
            <a:off x="8273142" y="5083629"/>
            <a:ext cx="587829" cy="502723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460F1AF-6455-8401-4409-DA6613CE33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467" y="5574475"/>
            <a:ext cx="4896533" cy="771633"/>
          </a:xfrm>
          <a:prstGeom prst="rect">
            <a:avLst/>
          </a:prstGeom>
        </p:spPr>
      </p:pic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E10F091D-1729-8E92-31D3-42CE9FC9B2C9}"/>
              </a:ext>
            </a:extLst>
          </p:cNvPr>
          <p:cNvSpPr/>
          <p:nvPr/>
        </p:nvSpPr>
        <p:spPr>
          <a:xfrm rot="5400000">
            <a:off x="4998521" y="5040085"/>
            <a:ext cx="587829" cy="502723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242E64D-E91A-ACB6-CAD8-94824C3CE8DF}"/>
              </a:ext>
            </a:extLst>
          </p:cNvPr>
          <p:cNvSpPr txBox="1"/>
          <p:nvPr/>
        </p:nvSpPr>
        <p:spPr>
          <a:xfrm>
            <a:off x="2217246" y="6268582"/>
            <a:ext cx="387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f</a:t>
            </a:r>
            <a:r>
              <a:rPr lang="it-IT" baseline="-25000" dirty="0" err="1"/>
              <a:t>ACF</a:t>
            </a:r>
            <a:r>
              <a:rPr lang="it-IT" dirty="0"/>
              <a:t> more </a:t>
            </a:r>
            <a:r>
              <a:rPr lang="it-IT" dirty="0" err="1"/>
              <a:t>resistant</a:t>
            </a:r>
            <a:r>
              <a:rPr lang="it-IT" dirty="0"/>
              <a:t> to </a:t>
            </a:r>
            <a:r>
              <a:rPr lang="it-IT" dirty="0" err="1"/>
              <a:t>motion</a:t>
            </a:r>
            <a:r>
              <a:rPr lang="it-IT" dirty="0"/>
              <a:t> </a:t>
            </a:r>
            <a:r>
              <a:rPr lang="it-IT" dirty="0" err="1"/>
              <a:t>artefacts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5037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43696-309B-470C-963A-8738C9F2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Signals</a:t>
            </a:r>
            <a:r>
              <a:rPr lang="it-IT" dirty="0"/>
              <a:t> </a:t>
            </a:r>
            <a:r>
              <a:rPr lang="it-IT" dirty="0" err="1"/>
              <a:t>pre</a:t>
            </a:r>
            <a:r>
              <a:rPr lang="it-IT" dirty="0"/>
              <a:t>-processing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1EF7A1C-2AFE-D264-8BC7-C66AD2CCB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0228"/>
            <a:ext cx="10515601" cy="5027772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B97F9468-FAF5-8654-B71F-4C2F6895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715" y="507834"/>
            <a:ext cx="4858000" cy="3225966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8D3FFEC-5832-F2F4-E599-9377DBE228A9}"/>
              </a:ext>
            </a:extLst>
          </p:cNvPr>
          <p:cNvSpPr txBox="1"/>
          <p:nvPr/>
        </p:nvSpPr>
        <p:spPr>
          <a:xfrm>
            <a:off x="8849893" y="251814"/>
            <a:ext cx="156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BAD SEGMENT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09C3775-27CA-FE40-26C0-5C2F017344EF}"/>
              </a:ext>
            </a:extLst>
          </p:cNvPr>
          <p:cNvSpPr txBox="1"/>
          <p:nvPr/>
        </p:nvSpPr>
        <p:spPr>
          <a:xfrm>
            <a:off x="663836" y="1645562"/>
            <a:ext cx="176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/>
                </a:solidFill>
              </a:rPr>
              <a:t>GOOD SEGMENT</a:t>
            </a:r>
          </a:p>
        </p:txBody>
      </p:sp>
    </p:spTree>
    <p:extLst>
      <p:ext uri="{BB962C8B-B14F-4D97-AF65-F5344CB8AC3E}">
        <p14:creationId xmlns:p14="http://schemas.microsoft.com/office/powerpoint/2010/main" val="93138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037DDD-8C9A-4D8B-0DF4-13867D36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75"/>
            <a:ext cx="10515600" cy="1325563"/>
          </a:xfrm>
        </p:spPr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 – RR and confidence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824F32-A3E7-527E-D8C6-AABE4CD0F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261861"/>
            <a:ext cx="11704343" cy="559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6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5b0e46e-af26-40f8-bc06-c0e471e18c78}" enabled="1" method="Privileged" siteId="{9bc3d1cd-55ca-4e13-b5a2-a9e9deaeba3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141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2013 - Tema 2022</vt:lpstr>
      <vt:lpstr>Breath rate estimation pipeline</vt:lpstr>
      <vt:lpstr>Signals pre-processing</vt:lpstr>
      <vt:lpstr>Results – RR and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FONTANA</dc:creator>
  <cp:lastModifiedBy>Lucia FONTANA</cp:lastModifiedBy>
  <cp:revision>2</cp:revision>
  <dcterms:created xsi:type="dcterms:W3CDTF">2026-04-21T09:42:34Z</dcterms:created>
  <dcterms:modified xsi:type="dcterms:W3CDTF">2026-04-23T13:45:55Z</dcterms:modified>
</cp:coreProperties>
</file>